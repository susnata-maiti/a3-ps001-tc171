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67" r:id="rId3"/>
    <p:sldId id="257" r:id="rId4"/>
    <p:sldId id="258" r:id="rId5"/>
    <p:sldId id="259" r:id="rId6"/>
    <p:sldId id="260" r:id="rId7"/>
    <p:sldId id="261" r:id="rId8"/>
    <p:sldId id="262" r:id="rId9"/>
    <p:sldId id="263" r:id="rId10"/>
    <p:sldId id="264" r:id="rId11"/>
    <p:sldId id="265" r:id="rId12"/>
    <p:sldId id="266"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snata Maiti" userId="490283f3f9f0f38a" providerId="LiveId" clId="{6BC9F020-5CFB-480E-A248-FF5A9BF1FE7E}"/>
    <pc:docChg chg="undo custSel modSld">
      <pc:chgData name="Susnata Maiti" userId="490283f3f9f0f38a" providerId="LiveId" clId="{6BC9F020-5CFB-480E-A248-FF5A9BF1FE7E}" dt="2026-10-11T04:41:37.230" v="89" actId="2711"/>
      <pc:docMkLst>
        <pc:docMk/>
      </pc:docMkLst>
      <pc:sldChg chg="modSp mod">
        <pc:chgData name="Susnata Maiti" userId="490283f3f9f0f38a" providerId="LiveId" clId="{6BC9F020-5CFB-480E-A248-FF5A9BF1FE7E}" dt="2026-10-11T04:41:37.230" v="89" actId="2711"/>
        <pc:sldMkLst>
          <pc:docMk/>
          <pc:sldMk cId="0" sldId="257"/>
        </pc:sldMkLst>
        <pc:spChg chg="mod">
          <ac:chgData name="Susnata Maiti" userId="490283f3f9f0f38a" providerId="LiveId" clId="{6BC9F020-5CFB-480E-A248-FF5A9BF1FE7E}" dt="2026-10-11T04:41:13.805" v="84" actId="2711"/>
          <ac:spMkLst>
            <pc:docMk/>
            <pc:sldMk cId="0" sldId="257"/>
            <ac:spMk id="16" creationId="{00000000-0000-0000-0000-000000000000}"/>
          </ac:spMkLst>
        </pc:spChg>
        <pc:spChg chg="mod">
          <ac:chgData name="Susnata Maiti" userId="490283f3f9f0f38a" providerId="LiveId" clId="{6BC9F020-5CFB-480E-A248-FF5A9BF1FE7E}" dt="2026-10-11T04:41:28.745" v="87" actId="2711"/>
          <ac:spMkLst>
            <pc:docMk/>
            <pc:sldMk cId="0" sldId="257"/>
            <ac:spMk id="18" creationId="{00000000-0000-0000-0000-000000000000}"/>
          </ac:spMkLst>
        </pc:spChg>
        <pc:spChg chg="mod">
          <ac:chgData name="Susnata Maiti" userId="490283f3f9f0f38a" providerId="LiveId" clId="{6BC9F020-5CFB-480E-A248-FF5A9BF1FE7E}" dt="2026-10-11T04:41:19.112" v="85" actId="2711"/>
          <ac:spMkLst>
            <pc:docMk/>
            <pc:sldMk cId="0" sldId="257"/>
            <ac:spMk id="20" creationId="{00000000-0000-0000-0000-000000000000}"/>
          </ac:spMkLst>
        </pc:spChg>
        <pc:spChg chg="mod">
          <ac:chgData name="Susnata Maiti" userId="490283f3f9f0f38a" providerId="LiveId" clId="{6BC9F020-5CFB-480E-A248-FF5A9BF1FE7E}" dt="2026-10-11T04:41:32.637" v="88" actId="2711"/>
          <ac:spMkLst>
            <pc:docMk/>
            <pc:sldMk cId="0" sldId="257"/>
            <ac:spMk id="22" creationId="{00000000-0000-0000-0000-000000000000}"/>
          </ac:spMkLst>
        </pc:spChg>
        <pc:spChg chg="mod">
          <ac:chgData name="Susnata Maiti" userId="490283f3f9f0f38a" providerId="LiveId" clId="{6BC9F020-5CFB-480E-A248-FF5A9BF1FE7E}" dt="2026-10-11T04:41:24.433" v="86" actId="2711"/>
          <ac:spMkLst>
            <pc:docMk/>
            <pc:sldMk cId="0" sldId="257"/>
            <ac:spMk id="24" creationId="{00000000-0000-0000-0000-000000000000}"/>
          </ac:spMkLst>
        </pc:spChg>
        <pc:spChg chg="mod">
          <ac:chgData name="Susnata Maiti" userId="490283f3f9f0f38a" providerId="LiveId" clId="{6BC9F020-5CFB-480E-A248-FF5A9BF1FE7E}" dt="2026-10-11T04:41:37.230" v="89" actId="2711"/>
          <ac:spMkLst>
            <pc:docMk/>
            <pc:sldMk cId="0" sldId="257"/>
            <ac:spMk id="26" creationId="{00000000-0000-0000-0000-000000000000}"/>
          </ac:spMkLst>
        </pc:spChg>
        <pc:spChg chg="mod">
          <ac:chgData name="Susnata Maiti" userId="490283f3f9f0f38a" providerId="LiveId" clId="{6BC9F020-5CFB-480E-A248-FF5A9BF1FE7E}" dt="2026-10-11T04:26:23.909" v="3" actId="2711"/>
          <ac:spMkLst>
            <pc:docMk/>
            <pc:sldMk cId="0" sldId="257"/>
            <ac:spMk id="30" creationId="{00000000-0000-0000-0000-000000000000}"/>
          </ac:spMkLst>
        </pc:spChg>
        <pc:spChg chg="mod">
          <ac:chgData name="Susnata Maiti" userId="490283f3f9f0f38a" providerId="LiveId" clId="{6BC9F020-5CFB-480E-A248-FF5A9BF1FE7E}" dt="2026-10-11T04:26:29.614" v="4" actId="2711"/>
          <ac:spMkLst>
            <pc:docMk/>
            <pc:sldMk cId="0" sldId="257"/>
            <ac:spMk id="32" creationId="{00000000-0000-0000-0000-000000000000}"/>
          </ac:spMkLst>
        </pc:spChg>
        <pc:spChg chg="mod">
          <ac:chgData name="Susnata Maiti" userId="490283f3f9f0f38a" providerId="LiveId" clId="{6BC9F020-5CFB-480E-A248-FF5A9BF1FE7E}" dt="2026-10-11T04:26:34.653" v="5" actId="2711"/>
          <ac:spMkLst>
            <pc:docMk/>
            <pc:sldMk cId="0" sldId="257"/>
            <ac:spMk id="34" creationId="{00000000-0000-0000-0000-000000000000}"/>
          </ac:spMkLst>
        </pc:spChg>
      </pc:sldChg>
      <pc:sldChg chg="modSp mod">
        <pc:chgData name="Susnata Maiti" userId="490283f3f9f0f38a" providerId="LiveId" clId="{6BC9F020-5CFB-480E-A248-FF5A9BF1FE7E}" dt="2026-10-11T04:31:28.016" v="21" actId="255"/>
        <pc:sldMkLst>
          <pc:docMk/>
          <pc:sldMk cId="0" sldId="258"/>
        </pc:sldMkLst>
        <pc:spChg chg="mod">
          <ac:chgData name="Susnata Maiti" userId="490283f3f9f0f38a" providerId="LiveId" clId="{6BC9F020-5CFB-480E-A248-FF5A9BF1FE7E}" dt="2026-10-11T04:30:50.546" v="14" actId="255"/>
          <ac:spMkLst>
            <pc:docMk/>
            <pc:sldMk cId="0" sldId="258"/>
            <ac:spMk id="14" creationId="{00000000-0000-0000-0000-000000000000}"/>
          </ac:spMkLst>
        </pc:spChg>
        <pc:spChg chg="mod">
          <ac:chgData name="Susnata Maiti" userId="490283f3f9f0f38a" providerId="LiveId" clId="{6BC9F020-5CFB-480E-A248-FF5A9BF1FE7E}" dt="2026-10-11T04:30:59.439" v="17" actId="255"/>
          <ac:spMkLst>
            <pc:docMk/>
            <pc:sldMk cId="0" sldId="258"/>
            <ac:spMk id="17" creationId="{00000000-0000-0000-0000-000000000000}"/>
          </ac:spMkLst>
        </pc:spChg>
        <pc:spChg chg="mod">
          <ac:chgData name="Susnata Maiti" userId="490283f3f9f0f38a" providerId="LiveId" clId="{6BC9F020-5CFB-480E-A248-FF5A9BF1FE7E}" dt="2026-10-11T04:31:05.648" v="18" actId="255"/>
          <ac:spMkLst>
            <pc:docMk/>
            <pc:sldMk cId="0" sldId="258"/>
            <ac:spMk id="20" creationId="{00000000-0000-0000-0000-000000000000}"/>
          </ac:spMkLst>
        </pc:spChg>
        <pc:spChg chg="mod">
          <ac:chgData name="Susnata Maiti" userId="490283f3f9f0f38a" providerId="LiveId" clId="{6BC9F020-5CFB-480E-A248-FF5A9BF1FE7E}" dt="2026-10-11T04:31:12.136" v="19" actId="255"/>
          <ac:spMkLst>
            <pc:docMk/>
            <pc:sldMk cId="0" sldId="258"/>
            <ac:spMk id="23" creationId="{00000000-0000-0000-0000-000000000000}"/>
          </ac:spMkLst>
        </pc:spChg>
        <pc:spChg chg="mod">
          <ac:chgData name="Susnata Maiti" userId="490283f3f9f0f38a" providerId="LiveId" clId="{6BC9F020-5CFB-480E-A248-FF5A9BF1FE7E}" dt="2026-10-11T04:31:21.689" v="20" actId="255"/>
          <ac:spMkLst>
            <pc:docMk/>
            <pc:sldMk cId="0" sldId="258"/>
            <ac:spMk id="25" creationId="{00000000-0000-0000-0000-000000000000}"/>
          </ac:spMkLst>
        </pc:spChg>
        <pc:spChg chg="mod">
          <ac:chgData name="Susnata Maiti" userId="490283f3f9f0f38a" providerId="LiveId" clId="{6BC9F020-5CFB-480E-A248-FF5A9BF1FE7E}" dt="2026-10-11T04:31:28.016" v="21" actId="255"/>
          <ac:spMkLst>
            <pc:docMk/>
            <pc:sldMk cId="0" sldId="258"/>
            <ac:spMk id="28" creationId="{00000000-0000-0000-0000-000000000000}"/>
          </ac:spMkLst>
        </pc:spChg>
      </pc:sldChg>
      <pc:sldChg chg="modSp mod">
        <pc:chgData name="Susnata Maiti" userId="490283f3f9f0f38a" providerId="LiveId" clId="{6BC9F020-5CFB-480E-A248-FF5A9BF1FE7E}" dt="2026-10-11T04:26:07.164" v="2" actId="2711"/>
        <pc:sldMkLst>
          <pc:docMk/>
          <pc:sldMk cId="0" sldId="259"/>
        </pc:sldMkLst>
        <pc:graphicFrameChg chg="modGraphic">
          <ac:chgData name="Susnata Maiti" userId="490283f3f9f0f38a" providerId="LiveId" clId="{6BC9F020-5CFB-480E-A248-FF5A9BF1FE7E}" dt="2026-10-11T04:26:07.164" v="2" actId="2711"/>
          <ac:graphicFrameMkLst>
            <pc:docMk/>
            <pc:sldMk cId="0" sldId="259"/>
            <ac:graphicFrameMk id="10" creationId="{00000000-0000-0000-0000-000000000000}"/>
          </ac:graphicFrameMkLst>
        </pc:graphicFrameChg>
      </pc:sldChg>
      <pc:sldChg chg="modSp mod">
        <pc:chgData name="Susnata Maiti" userId="490283f3f9f0f38a" providerId="LiveId" clId="{6BC9F020-5CFB-480E-A248-FF5A9BF1FE7E}" dt="2026-10-11T04:30:26.186" v="13" actId="2711"/>
        <pc:sldMkLst>
          <pc:docMk/>
          <pc:sldMk cId="0" sldId="260"/>
        </pc:sldMkLst>
        <pc:spChg chg="mod">
          <ac:chgData name="Susnata Maiti" userId="490283f3f9f0f38a" providerId="LiveId" clId="{6BC9F020-5CFB-480E-A248-FF5A9BF1FE7E}" dt="2026-10-11T04:30:07.686" v="10" actId="2711"/>
          <ac:spMkLst>
            <pc:docMk/>
            <pc:sldMk cId="0" sldId="260"/>
            <ac:spMk id="12" creationId="{00000000-0000-0000-0000-000000000000}"/>
          </ac:spMkLst>
        </pc:spChg>
        <pc:spChg chg="mod">
          <ac:chgData name="Susnata Maiti" userId="490283f3f9f0f38a" providerId="LiveId" clId="{6BC9F020-5CFB-480E-A248-FF5A9BF1FE7E}" dt="2026-10-11T04:30:14.701" v="11" actId="2711"/>
          <ac:spMkLst>
            <pc:docMk/>
            <pc:sldMk cId="0" sldId="260"/>
            <ac:spMk id="15" creationId="{00000000-0000-0000-0000-000000000000}"/>
          </ac:spMkLst>
        </pc:spChg>
        <pc:spChg chg="mod">
          <ac:chgData name="Susnata Maiti" userId="490283f3f9f0f38a" providerId="LiveId" clId="{6BC9F020-5CFB-480E-A248-FF5A9BF1FE7E}" dt="2026-10-11T04:30:21.215" v="12" actId="2711"/>
          <ac:spMkLst>
            <pc:docMk/>
            <pc:sldMk cId="0" sldId="260"/>
            <ac:spMk id="18" creationId="{00000000-0000-0000-0000-000000000000}"/>
          </ac:spMkLst>
        </pc:spChg>
        <pc:spChg chg="mod">
          <ac:chgData name="Susnata Maiti" userId="490283f3f9f0f38a" providerId="LiveId" clId="{6BC9F020-5CFB-480E-A248-FF5A9BF1FE7E}" dt="2026-10-11T04:30:26.186" v="13" actId="2711"/>
          <ac:spMkLst>
            <pc:docMk/>
            <pc:sldMk cId="0" sldId="260"/>
            <ac:spMk id="21" creationId="{00000000-0000-0000-0000-000000000000}"/>
          </ac:spMkLst>
        </pc:spChg>
        <pc:spChg chg="mod">
          <ac:chgData name="Susnata Maiti" userId="490283f3f9f0f38a" providerId="LiveId" clId="{6BC9F020-5CFB-480E-A248-FF5A9BF1FE7E}" dt="2026-10-11T04:29:52.906" v="8" actId="2711"/>
          <ac:spMkLst>
            <pc:docMk/>
            <pc:sldMk cId="0" sldId="260"/>
            <ac:spMk id="23" creationId="{00000000-0000-0000-0000-000000000000}"/>
          </ac:spMkLst>
        </pc:spChg>
        <pc:spChg chg="mod">
          <ac:chgData name="Susnata Maiti" userId="490283f3f9f0f38a" providerId="LiveId" clId="{6BC9F020-5CFB-480E-A248-FF5A9BF1FE7E}" dt="2026-10-11T04:30:00.071" v="9" actId="2711"/>
          <ac:spMkLst>
            <pc:docMk/>
            <pc:sldMk cId="0" sldId="260"/>
            <ac:spMk id="35" creationId="{00000000-0000-0000-0000-000000000000}"/>
          </ac:spMkLst>
        </pc:spChg>
      </pc:sldChg>
      <pc:sldChg chg="modSp mod">
        <pc:chgData name="Susnata Maiti" userId="490283f3f9f0f38a" providerId="LiveId" clId="{6BC9F020-5CFB-480E-A248-FF5A9BF1FE7E}" dt="2026-10-11T04:33:08.900" v="29" actId="2711"/>
        <pc:sldMkLst>
          <pc:docMk/>
          <pc:sldMk cId="0" sldId="261"/>
        </pc:sldMkLst>
        <pc:spChg chg="mod">
          <ac:chgData name="Susnata Maiti" userId="490283f3f9f0f38a" providerId="LiveId" clId="{6BC9F020-5CFB-480E-A248-FF5A9BF1FE7E}" dt="2026-10-11T04:32:09.644" v="24" actId="2711"/>
          <ac:spMkLst>
            <pc:docMk/>
            <pc:sldMk cId="0" sldId="261"/>
            <ac:spMk id="11" creationId="{00000000-0000-0000-0000-000000000000}"/>
          </ac:spMkLst>
        </pc:spChg>
        <pc:spChg chg="mod">
          <ac:chgData name="Susnata Maiti" userId="490283f3f9f0f38a" providerId="LiveId" clId="{6BC9F020-5CFB-480E-A248-FF5A9BF1FE7E}" dt="2026-10-11T04:32:18.438" v="25" actId="2711"/>
          <ac:spMkLst>
            <pc:docMk/>
            <pc:sldMk cId="0" sldId="261"/>
            <ac:spMk id="12" creationId="{00000000-0000-0000-0000-000000000000}"/>
          </ac:spMkLst>
        </pc:spChg>
        <pc:spChg chg="mod">
          <ac:chgData name="Susnata Maiti" userId="490283f3f9f0f38a" providerId="LiveId" clId="{6BC9F020-5CFB-480E-A248-FF5A9BF1FE7E}" dt="2026-10-11T04:33:08.900" v="29" actId="2711"/>
          <ac:spMkLst>
            <pc:docMk/>
            <pc:sldMk cId="0" sldId="261"/>
            <ac:spMk id="15" creationId="{00000000-0000-0000-0000-000000000000}"/>
          </ac:spMkLst>
        </pc:spChg>
        <pc:spChg chg="mod">
          <ac:chgData name="Susnata Maiti" userId="490283f3f9f0f38a" providerId="LiveId" clId="{6BC9F020-5CFB-480E-A248-FF5A9BF1FE7E}" dt="2026-10-11T04:32:52.212" v="26" actId="2711"/>
          <ac:spMkLst>
            <pc:docMk/>
            <pc:sldMk cId="0" sldId="261"/>
            <ac:spMk id="17" creationId="{00000000-0000-0000-0000-000000000000}"/>
          </ac:spMkLst>
        </pc:spChg>
        <pc:graphicFrameChg chg="modGraphic">
          <ac:chgData name="Susnata Maiti" userId="490283f3f9f0f38a" providerId="LiveId" clId="{6BC9F020-5CFB-480E-A248-FF5A9BF1FE7E}" dt="2026-10-11T04:31:50.202" v="22" actId="2711"/>
          <ac:graphicFrameMkLst>
            <pc:docMk/>
            <pc:sldMk cId="0" sldId="261"/>
            <ac:graphicFrameMk id="10" creationId="{00000000-0000-0000-0000-000000000000}"/>
          </ac:graphicFrameMkLst>
        </pc:graphicFrameChg>
        <pc:graphicFrameChg chg="modGraphic">
          <ac:chgData name="Susnata Maiti" userId="490283f3f9f0f38a" providerId="LiveId" clId="{6BC9F020-5CFB-480E-A248-FF5A9BF1FE7E}" dt="2026-10-11T04:31:57.488" v="23" actId="2711"/>
          <ac:graphicFrameMkLst>
            <pc:docMk/>
            <pc:sldMk cId="0" sldId="261"/>
            <ac:graphicFrameMk id="13" creationId="{00000000-0000-0000-0000-000000000000}"/>
          </ac:graphicFrameMkLst>
        </pc:graphicFrameChg>
      </pc:sldChg>
      <pc:sldChg chg="delSp modSp mod">
        <pc:chgData name="Susnata Maiti" userId="490283f3f9f0f38a" providerId="LiveId" clId="{6BC9F020-5CFB-480E-A248-FF5A9BF1FE7E}" dt="2026-10-11T04:40:45.612" v="83" actId="2711"/>
        <pc:sldMkLst>
          <pc:docMk/>
          <pc:sldMk cId="0" sldId="262"/>
        </pc:sldMkLst>
        <pc:spChg chg="mod">
          <ac:chgData name="Susnata Maiti" userId="490283f3f9f0f38a" providerId="LiveId" clId="{6BC9F020-5CFB-480E-A248-FF5A9BF1FE7E}" dt="2026-10-11T04:33:25.402" v="30" actId="2711"/>
          <ac:spMkLst>
            <pc:docMk/>
            <pc:sldMk cId="0" sldId="262"/>
            <ac:spMk id="12" creationId="{00000000-0000-0000-0000-000000000000}"/>
          </ac:spMkLst>
        </pc:spChg>
        <pc:spChg chg="mod">
          <ac:chgData name="Susnata Maiti" userId="490283f3f9f0f38a" providerId="LiveId" clId="{6BC9F020-5CFB-480E-A248-FF5A9BF1FE7E}" dt="2026-10-11T04:33:31.089" v="31" actId="2711"/>
          <ac:spMkLst>
            <pc:docMk/>
            <pc:sldMk cId="0" sldId="262"/>
            <ac:spMk id="15" creationId="{00000000-0000-0000-0000-000000000000}"/>
          </ac:spMkLst>
        </pc:spChg>
        <pc:spChg chg="mod">
          <ac:chgData name="Susnata Maiti" userId="490283f3f9f0f38a" providerId="LiveId" clId="{6BC9F020-5CFB-480E-A248-FF5A9BF1FE7E}" dt="2026-10-11T04:33:38.928" v="32" actId="2711"/>
          <ac:spMkLst>
            <pc:docMk/>
            <pc:sldMk cId="0" sldId="262"/>
            <ac:spMk id="18" creationId="{00000000-0000-0000-0000-000000000000}"/>
          </ac:spMkLst>
        </pc:spChg>
        <pc:spChg chg="mod">
          <ac:chgData name="Susnata Maiti" userId="490283f3f9f0f38a" providerId="LiveId" clId="{6BC9F020-5CFB-480E-A248-FF5A9BF1FE7E}" dt="2026-10-11T04:33:54.359" v="35" actId="2711"/>
          <ac:spMkLst>
            <pc:docMk/>
            <pc:sldMk cId="0" sldId="262"/>
            <ac:spMk id="21" creationId="{00000000-0000-0000-0000-000000000000}"/>
          </ac:spMkLst>
        </pc:spChg>
        <pc:spChg chg="mod">
          <ac:chgData name="Susnata Maiti" userId="490283f3f9f0f38a" providerId="LiveId" clId="{6BC9F020-5CFB-480E-A248-FF5A9BF1FE7E}" dt="2026-10-11T04:34:10.432" v="36" actId="2711"/>
          <ac:spMkLst>
            <pc:docMk/>
            <pc:sldMk cId="0" sldId="262"/>
            <ac:spMk id="24" creationId="{00000000-0000-0000-0000-000000000000}"/>
          </ac:spMkLst>
        </pc:spChg>
        <pc:spChg chg="mod">
          <ac:chgData name="Susnata Maiti" userId="490283f3f9f0f38a" providerId="LiveId" clId="{6BC9F020-5CFB-480E-A248-FF5A9BF1FE7E}" dt="2026-10-11T04:34:43.976" v="39" actId="2711"/>
          <ac:spMkLst>
            <pc:docMk/>
            <pc:sldMk cId="0" sldId="262"/>
            <ac:spMk id="26" creationId="{00000000-0000-0000-0000-000000000000}"/>
          </ac:spMkLst>
        </pc:spChg>
        <pc:spChg chg="del">
          <ac:chgData name="Susnata Maiti" userId="490283f3f9f0f38a" providerId="LiveId" clId="{6BC9F020-5CFB-480E-A248-FF5A9BF1FE7E}" dt="2026-10-11T04:34:30.880" v="38" actId="478"/>
          <ac:spMkLst>
            <pc:docMk/>
            <pc:sldMk cId="0" sldId="262"/>
            <ac:spMk id="27" creationId="{00000000-0000-0000-0000-000000000000}"/>
          </ac:spMkLst>
        </pc:spChg>
        <pc:spChg chg="mod">
          <ac:chgData name="Susnata Maiti" userId="490283f3f9f0f38a" providerId="LiveId" clId="{6BC9F020-5CFB-480E-A248-FF5A9BF1FE7E}" dt="2026-10-11T04:34:59.346" v="43" actId="113"/>
          <ac:spMkLst>
            <pc:docMk/>
            <pc:sldMk cId="0" sldId="262"/>
            <ac:spMk id="28" creationId="{00000000-0000-0000-0000-000000000000}"/>
          </ac:spMkLst>
        </pc:spChg>
        <pc:spChg chg="mod">
          <ac:chgData name="Susnata Maiti" userId="490283f3f9f0f38a" providerId="LiveId" clId="{6BC9F020-5CFB-480E-A248-FF5A9BF1FE7E}" dt="2026-10-11T04:40:45.612" v="83" actId="2711"/>
          <ac:spMkLst>
            <pc:docMk/>
            <pc:sldMk cId="0" sldId="262"/>
            <ac:spMk id="31" creationId="{00000000-0000-0000-0000-000000000000}"/>
          </ac:spMkLst>
        </pc:spChg>
        <pc:spChg chg="mod">
          <ac:chgData name="Susnata Maiti" userId="490283f3f9f0f38a" providerId="LiveId" clId="{6BC9F020-5CFB-480E-A248-FF5A9BF1FE7E}" dt="2026-10-11T04:35:13.096" v="48" actId="2711"/>
          <ac:spMkLst>
            <pc:docMk/>
            <pc:sldMk cId="0" sldId="262"/>
            <ac:spMk id="33" creationId="{00000000-0000-0000-0000-000000000000}"/>
          </ac:spMkLst>
        </pc:spChg>
        <pc:spChg chg="mod">
          <ac:chgData name="Susnata Maiti" userId="490283f3f9f0f38a" providerId="LiveId" clId="{6BC9F020-5CFB-480E-A248-FF5A9BF1FE7E}" dt="2026-10-11T04:35:19.316" v="49" actId="2711"/>
          <ac:spMkLst>
            <pc:docMk/>
            <pc:sldMk cId="0" sldId="262"/>
            <ac:spMk id="34" creationId="{00000000-0000-0000-0000-000000000000}"/>
          </ac:spMkLst>
        </pc:spChg>
        <pc:spChg chg="mod">
          <ac:chgData name="Susnata Maiti" userId="490283f3f9f0f38a" providerId="LiveId" clId="{6BC9F020-5CFB-480E-A248-FF5A9BF1FE7E}" dt="2026-10-11T04:35:27.484" v="50" actId="2711"/>
          <ac:spMkLst>
            <pc:docMk/>
            <pc:sldMk cId="0" sldId="262"/>
            <ac:spMk id="36" creationId="{00000000-0000-0000-0000-000000000000}"/>
          </ac:spMkLst>
        </pc:spChg>
      </pc:sldChg>
      <pc:sldChg chg="modSp mod">
        <pc:chgData name="Susnata Maiti" userId="490283f3f9f0f38a" providerId="LiveId" clId="{6BC9F020-5CFB-480E-A248-FF5A9BF1FE7E}" dt="2026-10-11T04:38:26.706" v="67" actId="2711"/>
        <pc:sldMkLst>
          <pc:docMk/>
          <pc:sldMk cId="0" sldId="263"/>
        </pc:sldMkLst>
        <pc:spChg chg="mod">
          <ac:chgData name="Susnata Maiti" userId="490283f3f9f0f38a" providerId="LiveId" clId="{6BC9F020-5CFB-480E-A248-FF5A9BF1FE7E}" dt="2026-10-11T04:36:41.530" v="51" actId="2711"/>
          <ac:spMkLst>
            <pc:docMk/>
            <pc:sldMk cId="0" sldId="263"/>
            <ac:spMk id="12" creationId="{00000000-0000-0000-0000-000000000000}"/>
          </ac:spMkLst>
        </pc:spChg>
        <pc:spChg chg="mod">
          <ac:chgData name="Susnata Maiti" userId="490283f3f9f0f38a" providerId="LiveId" clId="{6BC9F020-5CFB-480E-A248-FF5A9BF1FE7E}" dt="2026-10-11T04:36:47.811" v="52" actId="2711"/>
          <ac:spMkLst>
            <pc:docMk/>
            <pc:sldMk cId="0" sldId="263"/>
            <ac:spMk id="14" creationId="{00000000-0000-0000-0000-000000000000}"/>
          </ac:spMkLst>
        </pc:spChg>
        <pc:spChg chg="mod">
          <ac:chgData name="Susnata Maiti" userId="490283f3f9f0f38a" providerId="LiveId" clId="{6BC9F020-5CFB-480E-A248-FF5A9BF1FE7E}" dt="2026-10-11T04:36:55.098" v="53" actId="2711"/>
          <ac:spMkLst>
            <pc:docMk/>
            <pc:sldMk cId="0" sldId="263"/>
            <ac:spMk id="16" creationId="{00000000-0000-0000-0000-000000000000}"/>
          </ac:spMkLst>
        </pc:spChg>
        <pc:spChg chg="mod">
          <ac:chgData name="Susnata Maiti" userId="490283f3f9f0f38a" providerId="LiveId" clId="{6BC9F020-5CFB-480E-A248-FF5A9BF1FE7E}" dt="2026-10-11T04:37:01.022" v="54" actId="2711"/>
          <ac:spMkLst>
            <pc:docMk/>
            <pc:sldMk cId="0" sldId="263"/>
            <ac:spMk id="18" creationId="{00000000-0000-0000-0000-000000000000}"/>
          </ac:spMkLst>
        </pc:spChg>
        <pc:spChg chg="mod">
          <ac:chgData name="Susnata Maiti" userId="490283f3f9f0f38a" providerId="LiveId" clId="{6BC9F020-5CFB-480E-A248-FF5A9BF1FE7E}" dt="2026-10-11T04:37:27.608" v="58" actId="2711"/>
          <ac:spMkLst>
            <pc:docMk/>
            <pc:sldMk cId="0" sldId="263"/>
            <ac:spMk id="20" creationId="{00000000-0000-0000-0000-000000000000}"/>
          </ac:spMkLst>
        </pc:spChg>
        <pc:spChg chg="mod">
          <ac:chgData name="Susnata Maiti" userId="490283f3f9f0f38a" providerId="LiveId" clId="{6BC9F020-5CFB-480E-A248-FF5A9BF1FE7E}" dt="2026-10-11T04:37:22.270" v="57" actId="2711"/>
          <ac:spMkLst>
            <pc:docMk/>
            <pc:sldMk cId="0" sldId="263"/>
            <ac:spMk id="22" creationId="{00000000-0000-0000-0000-000000000000}"/>
          </ac:spMkLst>
        </pc:spChg>
        <pc:spChg chg="mod">
          <ac:chgData name="Susnata Maiti" userId="490283f3f9f0f38a" providerId="LiveId" clId="{6BC9F020-5CFB-480E-A248-FF5A9BF1FE7E}" dt="2026-10-11T04:37:06.912" v="55" actId="2711"/>
          <ac:spMkLst>
            <pc:docMk/>
            <pc:sldMk cId="0" sldId="263"/>
            <ac:spMk id="24" creationId="{00000000-0000-0000-0000-000000000000}"/>
          </ac:spMkLst>
        </pc:spChg>
        <pc:spChg chg="mod">
          <ac:chgData name="Susnata Maiti" userId="490283f3f9f0f38a" providerId="LiveId" clId="{6BC9F020-5CFB-480E-A248-FF5A9BF1FE7E}" dt="2026-10-11T04:37:13.439" v="56" actId="2711"/>
          <ac:spMkLst>
            <pc:docMk/>
            <pc:sldMk cId="0" sldId="263"/>
            <ac:spMk id="26" creationId="{00000000-0000-0000-0000-000000000000}"/>
          </ac:spMkLst>
        </pc:spChg>
        <pc:spChg chg="mod">
          <ac:chgData name="Susnata Maiti" userId="490283f3f9f0f38a" providerId="LiveId" clId="{6BC9F020-5CFB-480E-A248-FF5A9BF1FE7E}" dt="2026-10-11T04:37:37.230" v="60" actId="2711"/>
          <ac:spMkLst>
            <pc:docMk/>
            <pc:sldMk cId="0" sldId="263"/>
            <ac:spMk id="28" creationId="{00000000-0000-0000-0000-000000000000}"/>
          </ac:spMkLst>
        </pc:spChg>
        <pc:spChg chg="mod">
          <ac:chgData name="Susnata Maiti" userId="490283f3f9f0f38a" providerId="LiveId" clId="{6BC9F020-5CFB-480E-A248-FF5A9BF1FE7E}" dt="2026-10-11T04:37:42.307" v="61" actId="2711"/>
          <ac:spMkLst>
            <pc:docMk/>
            <pc:sldMk cId="0" sldId="263"/>
            <ac:spMk id="30" creationId="{00000000-0000-0000-0000-000000000000}"/>
          </ac:spMkLst>
        </pc:spChg>
        <pc:spChg chg="mod">
          <ac:chgData name="Susnata Maiti" userId="490283f3f9f0f38a" providerId="LiveId" clId="{6BC9F020-5CFB-480E-A248-FF5A9BF1FE7E}" dt="2026-10-11T04:37:46.516" v="62" actId="2711"/>
          <ac:spMkLst>
            <pc:docMk/>
            <pc:sldMk cId="0" sldId="263"/>
            <ac:spMk id="32" creationId="{00000000-0000-0000-0000-000000000000}"/>
          </ac:spMkLst>
        </pc:spChg>
        <pc:spChg chg="mod">
          <ac:chgData name="Susnata Maiti" userId="490283f3f9f0f38a" providerId="LiveId" clId="{6BC9F020-5CFB-480E-A248-FF5A9BF1FE7E}" dt="2026-10-11T04:37:58.086" v="64" actId="2711"/>
          <ac:spMkLst>
            <pc:docMk/>
            <pc:sldMk cId="0" sldId="263"/>
            <ac:spMk id="34" creationId="{00000000-0000-0000-0000-000000000000}"/>
          </ac:spMkLst>
        </pc:spChg>
        <pc:spChg chg="mod">
          <ac:chgData name="Susnata Maiti" userId="490283f3f9f0f38a" providerId="LiveId" clId="{6BC9F020-5CFB-480E-A248-FF5A9BF1FE7E}" dt="2026-10-11T04:38:02.808" v="65" actId="2711"/>
          <ac:spMkLst>
            <pc:docMk/>
            <pc:sldMk cId="0" sldId="263"/>
            <ac:spMk id="37" creationId="{00000000-0000-0000-0000-000000000000}"/>
          </ac:spMkLst>
        </pc:spChg>
        <pc:spChg chg="mod">
          <ac:chgData name="Susnata Maiti" userId="490283f3f9f0f38a" providerId="LiveId" clId="{6BC9F020-5CFB-480E-A248-FF5A9BF1FE7E}" dt="2026-10-11T04:37:51.416" v="63" actId="2711"/>
          <ac:spMkLst>
            <pc:docMk/>
            <pc:sldMk cId="0" sldId="263"/>
            <ac:spMk id="39" creationId="{00000000-0000-0000-0000-000000000000}"/>
          </ac:spMkLst>
        </pc:spChg>
        <pc:spChg chg="mod">
          <ac:chgData name="Susnata Maiti" userId="490283f3f9f0f38a" providerId="LiveId" clId="{6BC9F020-5CFB-480E-A248-FF5A9BF1FE7E}" dt="2026-10-11T04:38:07.515" v="66" actId="2711"/>
          <ac:spMkLst>
            <pc:docMk/>
            <pc:sldMk cId="0" sldId="263"/>
            <ac:spMk id="41" creationId="{00000000-0000-0000-0000-000000000000}"/>
          </ac:spMkLst>
        </pc:spChg>
        <pc:spChg chg="mod">
          <ac:chgData name="Susnata Maiti" userId="490283f3f9f0f38a" providerId="LiveId" clId="{6BC9F020-5CFB-480E-A248-FF5A9BF1FE7E}" dt="2026-10-11T04:38:26.706" v="67" actId="2711"/>
          <ac:spMkLst>
            <pc:docMk/>
            <pc:sldMk cId="0" sldId="263"/>
            <ac:spMk id="42" creationId="{00000000-0000-0000-0000-000000000000}"/>
          </ac:spMkLst>
        </pc:spChg>
      </pc:sldChg>
      <pc:sldChg chg="modSp mod">
        <pc:chgData name="Susnata Maiti" userId="490283f3f9f0f38a" providerId="LiveId" clId="{6BC9F020-5CFB-480E-A248-FF5A9BF1FE7E}" dt="2026-10-11T04:39:30.056" v="78" actId="2711"/>
        <pc:sldMkLst>
          <pc:docMk/>
          <pc:sldMk cId="0" sldId="264"/>
        </pc:sldMkLst>
        <pc:spChg chg="mod">
          <ac:chgData name="Susnata Maiti" userId="490283f3f9f0f38a" providerId="LiveId" clId="{6BC9F020-5CFB-480E-A248-FF5A9BF1FE7E}" dt="2026-10-11T04:38:54.696" v="70" actId="2711"/>
          <ac:spMkLst>
            <pc:docMk/>
            <pc:sldMk cId="0" sldId="264"/>
            <ac:spMk id="12" creationId="{00000000-0000-0000-0000-000000000000}"/>
          </ac:spMkLst>
        </pc:spChg>
        <pc:spChg chg="mod">
          <ac:chgData name="Susnata Maiti" userId="490283f3f9f0f38a" providerId="LiveId" clId="{6BC9F020-5CFB-480E-A248-FF5A9BF1FE7E}" dt="2026-10-11T04:38:59.734" v="71" actId="2711"/>
          <ac:spMkLst>
            <pc:docMk/>
            <pc:sldMk cId="0" sldId="264"/>
            <ac:spMk id="15" creationId="{00000000-0000-0000-0000-000000000000}"/>
          </ac:spMkLst>
        </pc:spChg>
        <pc:spChg chg="mod">
          <ac:chgData name="Susnata Maiti" userId="490283f3f9f0f38a" providerId="LiveId" clId="{6BC9F020-5CFB-480E-A248-FF5A9BF1FE7E}" dt="2026-10-11T04:39:03.932" v="72" actId="2711"/>
          <ac:spMkLst>
            <pc:docMk/>
            <pc:sldMk cId="0" sldId="264"/>
            <ac:spMk id="18" creationId="{00000000-0000-0000-0000-000000000000}"/>
          </ac:spMkLst>
        </pc:spChg>
        <pc:spChg chg="mod">
          <ac:chgData name="Susnata Maiti" userId="490283f3f9f0f38a" providerId="LiveId" clId="{6BC9F020-5CFB-480E-A248-FF5A9BF1FE7E}" dt="2026-10-11T04:39:08.354" v="73" actId="2711"/>
          <ac:spMkLst>
            <pc:docMk/>
            <pc:sldMk cId="0" sldId="264"/>
            <ac:spMk id="21" creationId="{00000000-0000-0000-0000-000000000000}"/>
          </ac:spMkLst>
        </pc:spChg>
        <pc:spChg chg="mod">
          <ac:chgData name="Susnata Maiti" userId="490283f3f9f0f38a" providerId="LiveId" clId="{6BC9F020-5CFB-480E-A248-FF5A9BF1FE7E}" dt="2026-10-11T04:39:12.099" v="74" actId="2711"/>
          <ac:spMkLst>
            <pc:docMk/>
            <pc:sldMk cId="0" sldId="264"/>
            <ac:spMk id="24" creationId="{00000000-0000-0000-0000-000000000000}"/>
          </ac:spMkLst>
        </pc:spChg>
        <pc:spChg chg="mod">
          <ac:chgData name="Susnata Maiti" userId="490283f3f9f0f38a" providerId="LiveId" clId="{6BC9F020-5CFB-480E-A248-FF5A9BF1FE7E}" dt="2026-10-11T04:38:43.356" v="68" actId="2711"/>
          <ac:spMkLst>
            <pc:docMk/>
            <pc:sldMk cId="0" sldId="264"/>
            <ac:spMk id="25" creationId="{00000000-0000-0000-0000-000000000000}"/>
          </ac:spMkLst>
        </pc:spChg>
        <pc:spChg chg="mod">
          <ac:chgData name="Susnata Maiti" userId="490283f3f9f0f38a" providerId="LiveId" clId="{6BC9F020-5CFB-480E-A248-FF5A9BF1FE7E}" dt="2026-10-11T04:39:15.638" v="75" actId="2711"/>
          <ac:spMkLst>
            <pc:docMk/>
            <pc:sldMk cId="0" sldId="264"/>
            <ac:spMk id="27" creationId="{00000000-0000-0000-0000-000000000000}"/>
          </ac:spMkLst>
        </pc:spChg>
        <pc:spChg chg="mod">
          <ac:chgData name="Susnata Maiti" userId="490283f3f9f0f38a" providerId="LiveId" clId="{6BC9F020-5CFB-480E-A248-FF5A9BF1FE7E}" dt="2026-10-11T04:39:21.687" v="76" actId="2711"/>
          <ac:spMkLst>
            <pc:docMk/>
            <pc:sldMk cId="0" sldId="264"/>
            <ac:spMk id="29" creationId="{00000000-0000-0000-0000-000000000000}"/>
          </ac:spMkLst>
        </pc:spChg>
        <pc:spChg chg="mod">
          <ac:chgData name="Susnata Maiti" userId="490283f3f9f0f38a" providerId="LiveId" clId="{6BC9F020-5CFB-480E-A248-FF5A9BF1FE7E}" dt="2026-10-11T04:39:26.221" v="77" actId="2711"/>
          <ac:spMkLst>
            <pc:docMk/>
            <pc:sldMk cId="0" sldId="264"/>
            <ac:spMk id="31" creationId="{00000000-0000-0000-0000-000000000000}"/>
          </ac:spMkLst>
        </pc:spChg>
        <pc:spChg chg="mod">
          <ac:chgData name="Susnata Maiti" userId="490283f3f9f0f38a" providerId="LiveId" clId="{6BC9F020-5CFB-480E-A248-FF5A9BF1FE7E}" dt="2026-10-11T04:39:30.056" v="78" actId="2711"/>
          <ac:spMkLst>
            <pc:docMk/>
            <pc:sldMk cId="0" sldId="264"/>
            <ac:spMk id="33" creationId="{00000000-0000-0000-0000-000000000000}"/>
          </ac:spMkLst>
        </pc:spChg>
        <pc:spChg chg="mod">
          <ac:chgData name="Susnata Maiti" userId="490283f3f9f0f38a" providerId="LiveId" clId="{6BC9F020-5CFB-480E-A248-FF5A9BF1FE7E}" dt="2026-10-11T04:38:49.295" v="69" actId="2711"/>
          <ac:spMkLst>
            <pc:docMk/>
            <pc:sldMk cId="0" sldId="264"/>
            <ac:spMk id="35" creationId="{00000000-0000-0000-0000-000000000000}"/>
          </ac:spMkLst>
        </pc:spChg>
      </pc:sldChg>
      <pc:sldChg chg="modSp mod">
        <pc:chgData name="Susnata Maiti" userId="490283f3f9f0f38a" providerId="LiveId" clId="{6BC9F020-5CFB-480E-A248-FF5A9BF1FE7E}" dt="2026-10-11T04:39:48.805" v="79" actId="2711"/>
        <pc:sldMkLst>
          <pc:docMk/>
          <pc:sldMk cId="0" sldId="265"/>
        </pc:sldMkLst>
        <pc:spChg chg="mod">
          <ac:chgData name="Susnata Maiti" userId="490283f3f9f0f38a" providerId="LiveId" clId="{6BC9F020-5CFB-480E-A248-FF5A9BF1FE7E}" dt="2026-10-11T04:39:48.805" v="79" actId="2711"/>
          <ac:spMkLst>
            <pc:docMk/>
            <pc:sldMk cId="0" sldId="265"/>
            <ac:spMk id="12" creationId="{00000000-0000-0000-0000-000000000000}"/>
          </ac:spMkLst>
        </pc:spChg>
      </pc:sldChg>
      <pc:sldChg chg="modSp mod">
        <pc:chgData name="Susnata Maiti" userId="490283f3f9f0f38a" providerId="LiveId" clId="{6BC9F020-5CFB-480E-A248-FF5A9BF1FE7E}" dt="2026-10-11T04:40:24.713" v="82" actId="2711"/>
        <pc:sldMkLst>
          <pc:docMk/>
          <pc:sldMk cId="0" sldId="266"/>
        </pc:sldMkLst>
        <pc:spChg chg="mod">
          <ac:chgData name="Susnata Maiti" userId="490283f3f9f0f38a" providerId="LiveId" clId="{6BC9F020-5CFB-480E-A248-FF5A9BF1FE7E}" dt="2026-10-11T04:40:24.713" v="82" actId="2711"/>
          <ac:spMkLst>
            <pc:docMk/>
            <pc:sldMk cId="0" sldId="266"/>
            <ac:spMk id="3" creationId="{00000000-0000-0000-0000-000000000000}"/>
          </ac:spMkLst>
        </pc:spChg>
        <pc:spChg chg="mod">
          <ac:chgData name="Susnata Maiti" userId="490283f3f9f0f38a" providerId="LiveId" clId="{6BC9F020-5CFB-480E-A248-FF5A9BF1FE7E}" dt="2026-10-11T04:40:00.391" v="80" actId="2711"/>
          <ac:spMkLst>
            <pc:docMk/>
            <pc:sldMk cId="0" sldId="266"/>
            <ac:spMk id="4" creationId="{00000000-0000-0000-0000-000000000000}"/>
          </ac:spMkLst>
        </pc:spChg>
        <pc:spChg chg="mod">
          <ac:chgData name="Susnata Maiti" userId="490283f3f9f0f38a" providerId="LiveId" clId="{6BC9F020-5CFB-480E-A248-FF5A9BF1FE7E}" dt="2026-10-11T04:40:16.483" v="81" actId="20577"/>
          <ac:spMkLst>
            <pc:docMk/>
            <pc:sldMk cId="0" sldId="266"/>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85654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Susnata: Good morning. We are team A3-PS001-TC171. Our project is an early-warning system for ransomware-like activity on Android, built and tested in a controlled emulator lab.</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Susnata: Introduce the team and roles. Susnata leads and covers the detection engine (alert rule, response, testing and results). Moupiya covers the Frida hook that captures file-rename events and sends them to the engine. Prof. Baisakhi Das presents the simulator workloads.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Susnata: Signatures need a known sample, but zero-day ransomware has none. Its behaviour still shows: many files rewritten and renamed within seconds. Left: normal files. Right: the same files after the attack. We detect the behaviour, not the file. Result wording is deliberately modest: 3 of 3 simulated attacks detected and 0 of 2 benign workloads flagged in our lab setting (5 runs).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Susnata: Ransomware leaves a clear pattern: open, write, rename to a new extension, and repeat very fast. Android prevents one app from reading another app's memory, so we watch what is observable: file renames in one test directory. Everything runs in an emulator with no real malware and no device-wide monitoring.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Susnata: Existing work uses static analysis (HelDroid), file-activity indicators such as entropy and file-type change (CryptoLock), filesystem monitoring with recovery (ShieldFS) and automated dynamic analysis (UNVEIL). Our contribution is deliberately narrow: a lightweight, explainable rename-rate signal on Android in a lab. Entropy and other signals are future work. No IETF RFC applies to app-level file-activity monitoring, so we use Android security guidance. Verify citation details before submission.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 Das: The simulator APK contains five harmless workloads in the attack directory. Three simulate ransomware: CryptoLocker-style, DeepTree and PolyWiper. Two are benign: DocAutoSave and PhotoSync. A detector that stops everything is useless, so the benign ones check for false alarms. Moupiya then explains the hook, and Susnata the engine and the kill-switch. No live malware is used and only the test directory is touched.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Susnata: The left table lists our design decisions against a naive baseline. The right table is the lab result: 3 of 3 simulated attacks stopped, 0 of 2 benign workloads flagged. TP 3, TN 2, FP 0, FN 0. This is only five runs, so we report it as a lab result, not a general accuracy claim. FILL IN the delay and files-changed cells from the engine terminal output before presenting. Threshold justification: benign workloads rename at most one file per two seconds, while attacks rename in bursts, so 10 renames in 2 seconds sits well above normal use. A sensitivity sweep is planned.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Moupiya: This is a UML sequence diagram. The hook runs inside the emulator app and uses Frida. We first analysed the APK's DEX code to find the file operations to watch, mainly java.io.File renames. The app calls renameTo, the hook reports the event to the engine, and the engine evaluates the last two seconds. If ten or more renames are seen, it runs adb force-stop on the test package and prints delay and files changed.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Susnata: Level-1 data flow. The test workload produces rename calls. Process 1 intercepts them and logs each one. Process 2 keeps timestamps of the last two seconds and decides. When ten renames fall inside the window, process 3 sends force-stop through adb and reports delay and files changed to the console.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Susnata: Five weekly phases from lab setup to demo and documentation. Below are the known limitations of the detector and the planned next steps. A low-and-slow attacker staying under ten renames per two seconds is not flagged. Overwrite or delete-and-write bypasses a rename rule. Native code calling libc rename skips the Java hook. Frida plus a host PC is a lab setup, so real use needs on-device monitoring.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 every citation detail before submission. Web sources carry an access date.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Susnata: To summarise, the APK generates the activity, the hook observes it, and the engine decides and stops it. Thank you. We are happy to take questions and run a live demo.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home/claude/w/aiori_logo.png"/>
          <p:cNvPicPr>
            <a:picLocks noChangeAspect="1"/>
          </p:cNvPicPr>
          <p:nvPr/>
        </p:nvPicPr>
        <p:blipFill>
          <a:blip r:embed="rId3"/>
          <a:stretch>
            <a:fillRect/>
          </a:stretch>
        </p:blipFill>
        <p:spPr>
          <a:xfrm>
            <a:off x="548640" y="457200"/>
            <a:ext cx="1371600" cy="1371600"/>
          </a:xfrm>
          <a:prstGeom prst="rect">
            <a:avLst/>
          </a:prstGeom>
        </p:spPr>
      </p:pic>
      <p:sp>
        <p:nvSpPr>
          <p:cNvPr id="3" name="Text 0"/>
          <p:cNvSpPr txBox="1"/>
          <p:nvPr/>
        </p:nvSpPr>
        <p:spPr>
          <a:xfrm>
            <a:off x="548640" y="2240280"/>
            <a:ext cx="10972800" cy="1005840"/>
          </a:xfrm>
          <a:prstGeom prst="rect">
            <a:avLst/>
          </a:prstGeom>
          <a:noFill/>
          <a:ln/>
        </p:spPr>
        <p:txBody>
          <a:bodyPr wrap="square" lIns="0" tIns="0" rIns="0" bIns="0" rtlCol="0" anchor="ctr"/>
          <a:lstStyle/>
          <a:p>
            <a:pPr marL="0" indent="0">
              <a:buNone/>
            </a:pPr>
            <a:r>
              <a:rPr lang="en-US" sz="5800" b="1" dirty="0">
                <a:solidFill>
                  <a:srgbClr val="0000CC"/>
                </a:solidFill>
                <a:latin typeface="Trebuchet MS" panose="020B0603020202020204" pitchFamily="34" charset="0"/>
                <a:ea typeface="Calibri" pitchFamily="34" charset="-122"/>
                <a:cs typeface="Calibri" pitchFamily="34" charset="-120"/>
              </a:rPr>
              <a:t>A3-PS001-TC171</a:t>
            </a:r>
            <a:endParaRPr lang="en-US" sz="5800" dirty="0">
              <a:latin typeface="Trebuchet MS" panose="020B0603020202020204" pitchFamily="34" charset="0"/>
            </a:endParaRPr>
          </a:p>
        </p:txBody>
      </p:sp>
      <p:sp>
        <p:nvSpPr>
          <p:cNvPr id="4" name="Shape 1"/>
          <p:cNvSpPr/>
          <p:nvPr/>
        </p:nvSpPr>
        <p:spPr>
          <a:xfrm>
            <a:off x="548640" y="3291840"/>
            <a:ext cx="11114626" cy="45719"/>
          </a:xfrm>
          <a:prstGeom prst="rect">
            <a:avLst/>
          </a:prstGeom>
          <a:solidFill>
            <a:srgbClr val="0000CC"/>
          </a:solidFill>
          <a:ln w="12700">
            <a:solidFill>
              <a:srgbClr val="0000CC"/>
            </a:solidFill>
            <a:prstDash val="solid"/>
          </a:ln>
        </p:spPr>
        <p:txBody>
          <a:bodyPr/>
          <a:lstStyle/>
          <a:p>
            <a:endParaRPr/>
          </a:p>
        </p:txBody>
      </p:sp>
      <p:sp>
        <p:nvSpPr>
          <p:cNvPr id="5" name="Text 2"/>
          <p:cNvSpPr txBox="1"/>
          <p:nvPr/>
        </p:nvSpPr>
        <p:spPr>
          <a:xfrm>
            <a:off x="548640" y="3360420"/>
            <a:ext cx="10972800" cy="594360"/>
          </a:xfrm>
          <a:prstGeom prst="rect">
            <a:avLst/>
          </a:prstGeom>
          <a:noFill/>
          <a:ln/>
        </p:spPr>
        <p:txBody>
          <a:bodyPr wrap="square" lIns="0" tIns="0" rIns="0" bIns="0" rtlCol="0" anchor="ctr"/>
          <a:lstStyle/>
          <a:p>
            <a:pPr marL="0" indent="0">
              <a:buNone/>
            </a:pPr>
            <a:r>
              <a:rPr lang="en-US" sz="3000" dirty="0">
                <a:solidFill>
                  <a:srgbClr val="1A1A2E"/>
                </a:solidFill>
                <a:latin typeface="Aptos Narrow" panose="020B0004020202020204" pitchFamily="34" charset="0"/>
                <a:ea typeface="Calibri" pitchFamily="34" charset="-122"/>
                <a:cs typeface="Calibri" pitchFamily="34" charset="-120"/>
              </a:rPr>
              <a:t>Android Ransomware-like Activity Early Warning in a Controlled Lab</a:t>
            </a:r>
            <a:endParaRPr lang="en-US" sz="3000" dirty="0">
              <a:latin typeface="Aptos Narrow" panose="020B0004020202020204" pitchFamily="34" charset="0"/>
            </a:endParaRPr>
          </a:p>
        </p:txBody>
      </p:sp>
      <p:sp>
        <p:nvSpPr>
          <p:cNvPr id="6" name="Text 3"/>
          <p:cNvSpPr txBox="1"/>
          <p:nvPr/>
        </p:nvSpPr>
        <p:spPr>
          <a:xfrm>
            <a:off x="548640" y="4114800"/>
            <a:ext cx="10972800" cy="365760"/>
          </a:xfrm>
          <a:prstGeom prst="rect">
            <a:avLst/>
          </a:prstGeom>
          <a:noFill/>
          <a:ln/>
        </p:spPr>
        <p:txBody>
          <a:bodyPr wrap="square" lIns="0" tIns="0" rIns="0" bIns="0" rtlCol="0" anchor="ctr"/>
          <a:lstStyle/>
          <a:p>
            <a:pPr marL="0" indent="0">
              <a:buNone/>
            </a:pPr>
            <a:r>
              <a:rPr lang="en-US" sz="1800" dirty="0">
                <a:solidFill>
                  <a:srgbClr val="444444"/>
                </a:solidFill>
                <a:latin typeface="Aptos Narrow" panose="020B0004020202020204" pitchFamily="34" charset="0"/>
                <a:ea typeface="Calibri" pitchFamily="34" charset="-122"/>
                <a:cs typeface="Calibri" pitchFamily="34" charset="-120"/>
              </a:rPr>
              <a:t>Institute of Engineering &amp; Management, Kolkata</a:t>
            </a:r>
            <a:endParaRPr lang="en-US" sz="1800" dirty="0">
              <a:latin typeface="Aptos Narrow" panose="020B0004020202020204" pitchFamily="34" charset="0"/>
            </a:endParaRPr>
          </a:p>
        </p:txBody>
      </p:sp>
      <p:sp>
        <p:nvSpPr>
          <p:cNvPr id="7" name="Text 4"/>
          <p:cNvSpPr txBox="1"/>
          <p:nvPr/>
        </p:nvSpPr>
        <p:spPr>
          <a:xfrm>
            <a:off x="548640" y="4709160"/>
            <a:ext cx="3657600" cy="1005840"/>
          </a:xfrm>
          <a:prstGeom prst="rect">
            <a:avLst/>
          </a:prstGeom>
          <a:noFill/>
          <a:ln/>
        </p:spPr>
        <p:txBody>
          <a:bodyPr wrap="square" lIns="0" tIns="0" rIns="0" bIns="0" rtlCol="0" anchor="ctr"/>
          <a:lstStyle/>
          <a:p>
            <a:pPr marL="0" indent="0">
              <a:buNone/>
            </a:pPr>
            <a:r>
              <a:rPr lang="en-US" sz="2000" b="1" dirty="0">
                <a:solidFill>
                  <a:srgbClr val="1A1A2E"/>
                </a:solidFill>
                <a:latin typeface="Calisto MT" panose="02040603050505030304" pitchFamily="18" charset="0"/>
                <a:ea typeface="Calibri" pitchFamily="34" charset="-122"/>
                <a:cs typeface="Calibri" pitchFamily="34" charset="-120"/>
              </a:rPr>
              <a:t>Susnata Maiti</a:t>
            </a:r>
            <a:endParaRPr lang="en-US" sz="2000" dirty="0">
              <a:latin typeface="Calisto MT" panose="02040603050505030304" pitchFamily="18" charset="0"/>
            </a:endParaRPr>
          </a:p>
          <a:p>
            <a:pPr marL="0" indent="0">
              <a:buNone/>
            </a:pPr>
            <a:r>
              <a:rPr lang="en-US" sz="1400" dirty="0">
                <a:solidFill>
                  <a:srgbClr val="0000CC"/>
                </a:solidFill>
                <a:latin typeface="Calisto MT" panose="02040603050505030304" pitchFamily="18" charset="0"/>
                <a:ea typeface="Calibri" pitchFamily="34" charset="-122"/>
                <a:cs typeface="Calibri" pitchFamily="34" charset="-120"/>
              </a:rPr>
              <a:t>Team Lead</a:t>
            </a:r>
            <a:endParaRPr lang="en-US" sz="2000" dirty="0">
              <a:latin typeface="Calisto MT" panose="02040603050505030304" pitchFamily="18" charset="0"/>
            </a:endParaRPr>
          </a:p>
          <a:p>
            <a:pPr marL="0" indent="0">
              <a:buNone/>
            </a:pPr>
            <a:r>
              <a:rPr lang="en-US" sz="1500" b="1" dirty="0">
                <a:solidFill>
                  <a:srgbClr val="1A1A2E"/>
                </a:solidFill>
                <a:latin typeface="Calisto MT" panose="02040603050505030304" pitchFamily="18" charset="0"/>
                <a:ea typeface="Calibri" pitchFamily="34" charset="-122"/>
                <a:cs typeface="Calibri" pitchFamily="34" charset="-120"/>
              </a:rPr>
              <a:t>Susnata.Maiti2024@iem.edu.in</a:t>
            </a:r>
            <a:endParaRPr lang="en-US" sz="2000" dirty="0">
              <a:latin typeface="Calisto MT" panose="02040603050505030304" pitchFamily="18" charset="0"/>
            </a:endParaRPr>
          </a:p>
        </p:txBody>
      </p:sp>
      <p:sp>
        <p:nvSpPr>
          <p:cNvPr id="8" name="Text 5"/>
          <p:cNvSpPr txBox="1"/>
          <p:nvPr/>
        </p:nvSpPr>
        <p:spPr>
          <a:xfrm>
            <a:off x="4389120" y="4709160"/>
            <a:ext cx="3657600" cy="1005840"/>
          </a:xfrm>
          <a:prstGeom prst="rect">
            <a:avLst/>
          </a:prstGeom>
          <a:noFill/>
          <a:ln/>
        </p:spPr>
        <p:txBody>
          <a:bodyPr wrap="square" lIns="0" tIns="0" rIns="0" bIns="0" rtlCol="0" anchor="ctr"/>
          <a:lstStyle/>
          <a:p>
            <a:pPr marL="0" indent="0">
              <a:buNone/>
            </a:pPr>
            <a:r>
              <a:rPr lang="en-US" sz="2000" b="1" dirty="0">
                <a:solidFill>
                  <a:srgbClr val="1A1A2E"/>
                </a:solidFill>
                <a:latin typeface="Calisto MT" panose="02040603050505030304" pitchFamily="18" charset="0"/>
                <a:ea typeface="Calibri" pitchFamily="34" charset="-122"/>
                <a:cs typeface="Calibri" pitchFamily="34" charset="-120"/>
              </a:rPr>
              <a:t>Moupiya Manna</a:t>
            </a:r>
            <a:endParaRPr lang="en-US" sz="2000" dirty="0">
              <a:latin typeface="Calisto MT" panose="02040603050505030304" pitchFamily="18" charset="0"/>
            </a:endParaRPr>
          </a:p>
          <a:p>
            <a:pPr marL="0" indent="0">
              <a:buNone/>
            </a:pPr>
            <a:r>
              <a:rPr lang="en-US" sz="1400" dirty="0">
                <a:solidFill>
                  <a:srgbClr val="0000CC"/>
                </a:solidFill>
                <a:latin typeface="Calisto MT" panose="02040603050505030304" pitchFamily="18" charset="0"/>
                <a:ea typeface="Calibri" pitchFamily="34" charset="-122"/>
                <a:cs typeface="Calibri" pitchFamily="34" charset="-120"/>
              </a:rPr>
              <a:t>Author</a:t>
            </a:r>
            <a:endParaRPr lang="en-US" sz="2000" dirty="0">
              <a:latin typeface="Calisto MT" panose="02040603050505030304" pitchFamily="18" charset="0"/>
            </a:endParaRPr>
          </a:p>
          <a:p>
            <a:pPr marL="0" indent="0">
              <a:buNone/>
            </a:pPr>
            <a:r>
              <a:rPr lang="en-US" sz="1500" b="1" dirty="0">
                <a:solidFill>
                  <a:srgbClr val="1A1A2E"/>
                </a:solidFill>
                <a:latin typeface="Calisto MT" panose="02040603050505030304" pitchFamily="18" charset="0"/>
                <a:ea typeface="Calibri" pitchFamily="34" charset="-122"/>
                <a:cs typeface="Calibri" pitchFamily="34" charset="-120"/>
              </a:rPr>
              <a:t>Moupiya.Manna2024@iem.edu.in</a:t>
            </a:r>
            <a:endParaRPr lang="en-US" sz="2000" dirty="0">
              <a:latin typeface="Calisto MT" panose="02040603050505030304" pitchFamily="18" charset="0"/>
            </a:endParaRPr>
          </a:p>
        </p:txBody>
      </p:sp>
      <p:sp>
        <p:nvSpPr>
          <p:cNvPr id="9" name="Text 6"/>
          <p:cNvSpPr txBox="1"/>
          <p:nvPr/>
        </p:nvSpPr>
        <p:spPr>
          <a:xfrm>
            <a:off x="8229600" y="4709160"/>
            <a:ext cx="3657600" cy="1005840"/>
          </a:xfrm>
          <a:prstGeom prst="rect">
            <a:avLst/>
          </a:prstGeom>
          <a:noFill/>
          <a:ln/>
        </p:spPr>
        <p:txBody>
          <a:bodyPr wrap="square" lIns="0" tIns="0" rIns="0" bIns="0" rtlCol="0" anchor="ctr"/>
          <a:lstStyle/>
          <a:p>
            <a:pPr marL="0" indent="0">
              <a:buNone/>
            </a:pPr>
            <a:r>
              <a:rPr lang="en-US" sz="2000" b="1" dirty="0">
                <a:solidFill>
                  <a:srgbClr val="1A1A2E"/>
                </a:solidFill>
                <a:latin typeface="Calisto MT" panose="02040603050505030304" pitchFamily="18" charset="0"/>
                <a:ea typeface="Calibri" pitchFamily="34" charset="-122"/>
                <a:cs typeface="Calibri" pitchFamily="34" charset="-120"/>
              </a:rPr>
              <a:t>Prof. Baisakhi Das</a:t>
            </a:r>
            <a:endParaRPr lang="en-US" sz="2000" dirty="0">
              <a:latin typeface="Calisto MT" panose="02040603050505030304" pitchFamily="18" charset="0"/>
            </a:endParaRPr>
          </a:p>
          <a:p>
            <a:pPr marL="0" indent="0">
              <a:buNone/>
            </a:pPr>
            <a:r>
              <a:rPr lang="en-US" sz="1400" dirty="0">
                <a:solidFill>
                  <a:srgbClr val="0000CC"/>
                </a:solidFill>
                <a:latin typeface="Calisto MT" panose="02040603050505030304" pitchFamily="18" charset="0"/>
                <a:ea typeface="Calibri" pitchFamily="34" charset="-122"/>
                <a:cs typeface="Calibri" pitchFamily="34" charset="-120"/>
              </a:rPr>
              <a:t>Author</a:t>
            </a:r>
            <a:endParaRPr lang="en-US" sz="2000" dirty="0">
              <a:latin typeface="Calisto MT" panose="02040603050505030304" pitchFamily="18" charset="0"/>
            </a:endParaRPr>
          </a:p>
          <a:p>
            <a:pPr marL="0" indent="0">
              <a:buNone/>
            </a:pPr>
            <a:r>
              <a:rPr lang="en-US" sz="1500" b="1" dirty="0">
                <a:solidFill>
                  <a:srgbClr val="1A1A2E"/>
                </a:solidFill>
                <a:latin typeface="Calisto MT" panose="02040603050505030304" pitchFamily="18" charset="0"/>
                <a:ea typeface="Calibri" pitchFamily="34" charset="-122"/>
                <a:cs typeface="Calibri" pitchFamily="34" charset="-120"/>
              </a:rPr>
              <a:t>baisakhi.das@iem.edu.in</a:t>
            </a:r>
            <a:endParaRPr lang="en-US" sz="2000" dirty="0">
              <a:latin typeface="Calisto MT" panose="02040603050505030304" pitchFamily="18" charset="0"/>
            </a:endParaRPr>
          </a:p>
        </p:txBody>
      </p:sp>
      <p:sp>
        <p:nvSpPr>
          <p:cNvPr id="10" name="Text 7"/>
          <p:cNvSpPr txBox="1"/>
          <p:nvPr/>
        </p:nvSpPr>
        <p:spPr>
          <a:xfrm>
            <a:off x="548640" y="5989320"/>
            <a:ext cx="10972800" cy="365760"/>
          </a:xfrm>
          <a:prstGeom prst="rect">
            <a:avLst/>
          </a:prstGeom>
          <a:noFill/>
          <a:ln/>
        </p:spPr>
        <p:txBody>
          <a:bodyPr wrap="square" lIns="0" tIns="0" rIns="0" bIns="0" rtlCol="0" anchor="ctr"/>
          <a:lstStyle/>
          <a:p>
            <a:pPr marL="0" indent="0">
              <a:buNone/>
            </a:pPr>
            <a:r>
              <a:rPr lang="en-US" sz="1600" dirty="0">
                <a:solidFill>
                  <a:srgbClr val="1A1A2E"/>
                </a:solidFill>
                <a:latin typeface="Calibri" pitchFamily="34" charset="0"/>
                <a:ea typeface="Calibri" pitchFamily="34" charset="-122"/>
                <a:cs typeface="Calibri" pitchFamily="34" charset="-120"/>
              </a:rPr>
              <a:t>AIORI Hackathon 3  •  October 5,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0" y="109728"/>
            <a:ext cx="12188952" cy="320040"/>
          </a:xfrm>
          <a:prstGeom prst="rect">
            <a:avLst/>
          </a:prstGeom>
          <a:noFill/>
          <a:ln/>
        </p:spPr>
        <p:txBody>
          <a:bodyPr wrap="square" lIns="0" tIns="0" rIns="0" bIns="0" rtlCol="0" anchor="ctr"/>
          <a:lstStyle/>
          <a:p>
            <a:pPr marL="0" indent="0" algn="ctr">
              <a:buNone/>
            </a:pPr>
            <a:r>
              <a:rPr lang="en-US" sz="1400" b="1" dirty="0">
                <a:solidFill>
                  <a:srgbClr val="0000CC"/>
                </a:solidFill>
                <a:latin typeface="Calibri" pitchFamily="34" charset="0"/>
                <a:ea typeface="Calibri" pitchFamily="34" charset="-122"/>
                <a:cs typeface="Calibri" pitchFamily="34" charset="-120"/>
              </a:rPr>
              <a:t>AIORI 3     Team Introductions</a:t>
            </a:r>
            <a:endParaRPr lang="en-US" sz="1400" dirty="0"/>
          </a:p>
        </p:txBody>
      </p:sp>
      <p:pic>
        <p:nvPicPr>
          <p:cNvPr id="3" name="Picture 2" descr="image.png"/>
          <p:cNvPicPr>
            <a:picLocks noChangeAspect="1"/>
          </p:cNvPicPr>
          <p:nvPr/>
        </p:nvPicPr>
        <p:blipFill>
          <a:blip r:embed="rId3"/>
          <a:stretch>
            <a:fillRect/>
          </a:stretch>
        </p:blipFill>
        <p:spPr>
          <a:xfrm>
            <a:off x="11045952" y="457200"/>
            <a:ext cx="594360" cy="594360"/>
          </a:xfrm>
          <a:prstGeom prst="rect">
            <a:avLst/>
          </a:prstGeom>
        </p:spPr>
      </p:pic>
      <p:sp>
        <p:nvSpPr>
          <p:cNvPr id="4" name="Text 1"/>
          <p:cNvSpPr txBox="1"/>
          <p:nvPr/>
        </p:nvSpPr>
        <p:spPr>
          <a:xfrm>
            <a:off x="548640" y="502920"/>
            <a:ext cx="10424160" cy="685800"/>
          </a:xfrm>
          <a:prstGeom prst="rect">
            <a:avLst/>
          </a:prstGeom>
          <a:noFill/>
          <a:ln/>
        </p:spPr>
        <p:txBody>
          <a:bodyPr wrap="square" lIns="0" tIns="0" rIns="0" bIns="0" rtlCol="0" anchor="ctr"/>
          <a:lstStyle/>
          <a:p>
            <a:pPr marL="0" indent="0">
              <a:buNone/>
            </a:pPr>
            <a:r>
              <a:rPr lang="en-US" sz="3400" b="1" dirty="0">
                <a:solidFill>
                  <a:srgbClr val="0000CC"/>
                </a:solidFill>
                <a:latin typeface="Gadugi" panose="020B0502040204020203" pitchFamily="34" charset="0"/>
                <a:ea typeface="Gadugi" panose="020B0502040204020203" pitchFamily="34" charset="0"/>
                <a:cs typeface="Calibri" pitchFamily="34" charset="-120"/>
              </a:rPr>
              <a:t>Team Introductions</a:t>
            </a:r>
            <a:endParaRPr lang="en-US" sz="3400" dirty="0">
              <a:latin typeface="Gadugi" panose="020B0502040204020203" pitchFamily="34" charset="0"/>
              <a:ea typeface="Gadugi" panose="020B0502040204020203" pitchFamily="34" charset="0"/>
            </a:endParaRPr>
          </a:p>
        </p:txBody>
      </p:sp>
      <p:sp>
        <p:nvSpPr>
          <p:cNvPr id="5" name="Shape 2"/>
          <p:cNvSpPr/>
          <p:nvPr/>
        </p:nvSpPr>
        <p:spPr>
          <a:xfrm>
            <a:off x="548640" y="1188720"/>
            <a:ext cx="11064240" cy="45720"/>
          </a:xfrm>
          <a:prstGeom prst="rect">
            <a:avLst/>
          </a:prstGeom>
          <a:solidFill>
            <a:srgbClr val="0000CC"/>
          </a:solidFill>
          <a:ln w="12700">
            <a:solidFill>
              <a:srgbClr val="0000CC"/>
            </a:solidFill>
            <a:prstDash val="solid"/>
          </a:ln>
        </p:spPr>
        <p:txBody>
          <a:bodyPr/>
          <a:lstStyle/>
          <a:p>
            <a:endParaRPr/>
          </a:p>
        </p:txBody>
      </p:sp>
      <p:sp>
        <p:nvSpPr>
          <p:cNvPr id="6" name="Text 3"/>
          <p:cNvSpPr txBox="1"/>
          <p:nvPr/>
        </p:nvSpPr>
        <p:spPr>
          <a:xfrm>
            <a:off x="548640" y="6355080"/>
            <a:ext cx="7315200" cy="320040"/>
          </a:xfrm>
          <a:prstGeom prst="rect">
            <a:avLst/>
          </a:prstGeom>
          <a:noFill/>
          <a:ln/>
        </p:spPr>
        <p:txBody>
          <a:bodyPr wrap="square" lIns="0" tIns="0" rIns="0" bIns="0" rtlCol="0" anchor="ctr"/>
          <a:lstStyle/>
          <a:p>
            <a:pPr marL="0" indent="0">
              <a:buNone/>
            </a:pPr>
            <a:r>
              <a:rPr lang="en-US" sz="1200" dirty="0">
                <a:solidFill>
                  <a:srgbClr val="0000CC"/>
                </a:solidFill>
                <a:latin typeface="Calibri" pitchFamily="34" charset="0"/>
                <a:ea typeface="Calibri" pitchFamily="34" charset="-122"/>
                <a:cs typeface="Calibri" pitchFamily="34" charset="-120"/>
              </a:rPr>
              <a:t>S. Maiti et al. • </a:t>
            </a:r>
            <a:r>
              <a:rPr lang="en-US" sz="1200" b="1" dirty="0">
                <a:solidFill>
                  <a:srgbClr val="0000CC"/>
                </a:solidFill>
                <a:latin typeface="Calibri" pitchFamily="34" charset="0"/>
                <a:ea typeface="Calibri" pitchFamily="34" charset="-122"/>
                <a:cs typeface="Calibri" pitchFamily="34" charset="-120"/>
              </a:rPr>
              <a:t>A3-PS001-TC171</a:t>
            </a:r>
            <a:r>
              <a:rPr lang="en-US" sz="1200" dirty="0">
                <a:solidFill>
                  <a:srgbClr val="0000CC"/>
                </a:solidFill>
                <a:latin typeface="Calibri" pitchFamily="34" charset="0"/>
                <a:ea typeface="Calibri" pitchFamily="34" charset="-122"/>
                <a:cs typeface="Calibri" pitchFamily="34" charset="-120"/>
              </a:rPr>
              <a:t> • October 5, 2026</a:t>
            </a:r>
            <a:endParaRPr lang="en-US" sz="1200" dirty="0"/>
          </a:p>
        </p:txBody>
      </p:sp>
      <p:sp>
        <p:nvSpPr>
          <p:cNvPr id="7" name="Text 4"/>
          <p:cNvSpPr txBox="1"/>
          <p:nvPr/>
        </p:nvSpPr>
        <p:spPr>
          <a:xfrm>
            <a:off x="10698480" y="6355080"/>
            <a:ext cx="941832" cy="320040"/>
          </a:xfrm>
          <a:prstGeom prst="rect">
            <a:avLst/>
          </a:prstGeom>
          <a:noFill/>
          <a:ln/>
        </p:spPr>
        <p:txBody>
          <a:bodyPr wrap="square" lIns="0" tIns="0" rIns="0" bIns="0" rtlCol="0" anchor="ctr"/>
          <a:lstStyle/>
          <a:p>
            <a:pPr marL="0" indent="0" algn="r">
              <a:buNone/>
            </a:pPr>
            <a:r>
              <a:rPr lang="en-US" sz="1200" dirty="0">
                <a:solidFill>
                  <a:srgbClr val="0000CC"/>
                </a:solidFill>
                <a:latin typeface="Calibri" pitchFamily="34" charset="0"/>
                <a:ea typeface="Calibri" pitchFamily="34" charset="-122"/>
                <a:cs typeface="Calibri" pitchFamily="34" charset="-120"/>
              </a:rPr>
              <a:t>2 / 12</a:t>
            </a:r>
            <a:endParaRPr lang="en-US" sz="1200" dirty="0"/>
          </a:p>
        </p:txBody>
      </p:sp>
      <p:sp>
        <p:nvSpPr>
          <p:cNvPr id="8" name="Shape 5"/>
          <p:cNvSpPr/>
          <p:nvPr/>
        </p:nvSpPr>
        <p:spPr>
          <a:xfrm>
            <a:off x="0" y="6784848"/>
            <a:ext cx="2032000" cy="73152"/>
          </a:xfrm>
          <a:prstGeom prst="rect">
            <a:avLst/>
          </a:prstGeom>
          <a:solidFill>
            <a:srgbClr val="E3EBFF"/>
          </a:solidFill>
          <a:ln w="12700">
            <a:solidFill>
              <a:srgbClr val="E3EBFF"/>
            </a:solidFill>
            <a:prstDash val="solid"/>
          </a:ln>
        </p:spPr>
        <p:txBody>
          <a:bodyPr/>
          <a:lstStyle/>
          <a:p>
            <a:endParaRPr/>
          </a:p>
        </p:txBody>
      </p:sp>
      <p:sp>
        <p:nvSpPr>
          <p:cNvPr id="9" name="Shape 6"/>
          <p:cNvSpPr/>
          <p:nvPr/>
        </p:nvSpPr>
        <p:spPr>
          <a:xfrm>
            <a:off x="0" y="6784848"/>
            <a:ext cx="2032000" cy="73152"/>
          </a:xfrm>
          <a:prstGeom prst="rect">
            <a:avLst/>
          </a:prstGeom>
          <a:solidFill>
            <a:srgbClr val="0000CC"/>
          </a:solidFill>
          <a:ln w="12700">
            <a:solidFill>
              <a:srgbClr val="0000CC"/>
            </a:solidFill>
            <a:prstDash val="solid"/>
          </a:ln>
        </p:spPr>
        <p:txBody>
          <a:bodyPr/>
          <a:lstStyle/>
          <a:p>
            <a:endParaRPr/>
          </a:p>
        </p:txBody>
      </p:sp>
      <p:sp>
        <p:nvSpPr>
          <p:cNvPr id="24" name="Shape 20"/>
          <p:cNvSpPr/>
          <p:nvPr/>
        </p:nvSpPr>
        <p:spPr>
          <a:xfrm>
            <a:off x="548640" y="1508760"/>
            <a:ext cx="5394960" cy="3794760"/>
          </a:xfrm>
          <a:prstGeom prst="roundRect">
            <a:avLst>
              <a:gd name="adj" fmla="val 4000"/>
            </a:avLst>
          </a:prstGeom>
          <a:solidFill>
            <a:srgbClr val="E3EBFF"/>
          </a:solidFill>
          <a:ln w="19050">
            <a:solidFill>
              <a:srgbClr val="B9C9F5"/>
            </a:solidFill>
            <a:prstDash val="solid"/>
          </a:ln>
        </p:spPr>
        <p:txBody>
          <a:bodyPr/>
          <a:lstStyle/>
          <a:p>
            <a:endParaRPr/>
          </a:p>
        </p:txBody>
      </p:sp>
      <p:sp>
        <p:nvSpPr>
          <p:cNvPr id="25" name="TextBox 24"/>
          <p:cNvSpPr txBox="1"/>
          <p:nvPr/>
        </p:nvSpPr>
        <p:spPr>
          <a:xfrm>
            <a:off x="822959" y="1691640"/>
            <a:ext cx="4846320" cy="3474720"/>
          </a:xfrm>
          <a:prstGeom prst="rect">
            <a:avLst/>
          </a:prstGeom>
          <a:noFill/>
        </p:spPr>
        <p:txBody>
          <a:bodyPr wrap="square" lIns="0" tIns="0" rIns="0" bIns="0" rtlCol="0" anchor="t"/>
          <a:lstStyle/>
          <a:p>
            <a:pPr marL="0" indent="0" algn="l">
              <a:spcAft>
                <a:spcPts val="0"/>
              </a:spcAft>
              <a:buNone/>
            </a:pPr>
            <a:r>
              <a:rPr lang="en-US" sz="2600" b="1" dirty="0">
                <a:solidFill>
                  <a:srgbClr val="1A1A2E"/>
                </a:solidFill>
                <a:latin typeface="Segoe UI"/>
                <a:ea typeface="Calibri"/>
                <a:cs typeface="Segoe UI"/>
              </a:rPr>
              <a:t>Susnata Maiti</a:t>
            </a:r>
          </a:p>
          <a:p>
            <a:pPr marL="0" indent="0" algn="l">
              <a:spcAft>
                <a:spcPts val="1600"/>
              </a:spcAft>
              <a:buNone/>
            </a:pPr>
            <a:r>
              <a:rPr lang="en-US" sz="1800" b="1" dirty="0">
                <a:solidFill>
                  <a:srgbClr val="0000CC"/>
                </a:solidFill>
                <a:latin typeface="Segoe UI"/>
                <a:ea typeface="Calibri"/>
                <a:cs typeface="Segoe UI"/>
              </a:rPr>
              <a:t>Team Lead</a:t>
            </a:r>
          </a:p>
          <a:p>
            <a:pPr marL="0" indent="0" algn="l">
              <a:spcAft>
                <a:spcPts val="0"/>
              </a:spcAft>
              <a:buNone/>
            </a:pPr>
            <a:r>
              <a:rPr lang="en-US" sz="1500" b="1" dirty="0">
                <a:solidFill>
                  <a:srgbClr val="0000CC"/>
                </a:solidFill>
                <a:latin typeface="Segoe UI"/>
                <a:ea typeface="Calibri"/>
                <a:cs typeface="Segoe UI"/>
              </a:rPr>
              <a:t>Role</a:t>
            </a:r>
          </a:p>
          <a:p>
            <a:pPr marL="0" indent="0" algn="l">
              <a:spcAft>
                <a:spcPts val="1400"/>
              </a:spcAft>
              <a:buNone/>
            </a:pPr>
            <a:r>
              <a:rPr lang="en-US" sz="1400" b="0" dirty="0">
                <a:solidFill>
                  <a:srgbClr val="1A1A2E"/>
                </a:solidFill>
                <a:latin typeface="Segoe UI"/>
                <a:ea typeface="Calibri"/>
                <a:cs typeface="Segoe UI"/>
              </a:rPr>
              <a:t>Project coordination and detection engine</a:t>
            </a:r>
          </a:p>
          <a:p>
            <a:pPr marL="0" indent="0" algn="l">
              <a:spcAft>
                <a:spcPts val="0"/>
              </a:spcAft>
              <a:buNone/>
            </a:pPr>
            <a:r>
              <a:rPr lang="en-US" sz="1500" b="1" dirty="0">
                <a:solidFill>
                  <a:srgbClr val="0000CC"/>
                </a:solidFill>
                <a:latin typeface="Segoe UI"/>
                <a:ea typeface="Calibri"/>
                <a:cs typeface="Segoe UI"/>
              </a:rPr>
              <a:t>Responsible for</a:t>
            </a:r>
          </a:p>
          <a:p>
            <a:pPr marL="0" indent="0" algn="l">
              <a:spcAft>
                <a:spcPts val="1400"/>
              </a:spcAft>
              <a:buNone/>
            </a:pPr>
            <a:r>
              <a:rPr lang="en-US" sz="1400" b="0" dirty="0">
                <a:solidFill>
                  <a:srgbClr val="1A1A2E"/>
                </a:solidFill>
                <a:latin typeface="Segoe UI"/>
                <a:ea typeface="Calibri"/>
                <a:cs typeface="Segoe UI"/>
              </a:rPr>
              <a:t>Alert rule, response, testing and results</a:t>
            </a:r>
          </a:p>
          <a:p>
            <a:pPr marL="0" indent="0" algn="l">
              <a:spcAft>
                <a:spcPts val="0"/>
              </a:spcAft>
              <a:buNone/>
            </a:pPr>
            <a:r>
              <a:rPr lang="en-US" sz="1500" b="1" dirty="0">
                <a:solidFill>
                  <a:srgbClr val="0000CC"/>
                </a:solidFill>
                <a:latin typeface="Segoe UI"/>
                <a:ea typeface="Calibri"/>
                <a:cs typeface="Segoe UI"/>
              </a:rPr>
              <a:t>Contribution</a:t>
            </a:r>
          </a:p>
          <a:p>
            <a:pPr marL="0" indent="0" algn="l">
              <a:spcAft>
                <a:spcPts val="1400"/>
              </a:spcAft>
              <a:buNone/>
            </a:pPr>
            <a:r>
              <a:rPr lang="en-US" sz="1400" b="0" dirty="0">
                <a:solidFill>
                  <a:srgbClr val="1A1A2E"/>
                </a:solidFill>
                <a:latin typeface="Segoe UI"/>
                <a:ea typeface="Calibri"/>
                <a:cs typeface="Segoe UI"/>
              </a:rPr>
              <a:t>Connect the engine to the hook, evaluate events and explain the outcomes</a:t>
            </a:r>
          </a:p>
        </p:txBody>
      </p:sp>
      <p:sp>
        <p:nvSpPr>
          <p:cNvPr id="27" name="Shape 23"/>
          <p:cNvSpPr/>
          <p:nvPr/>
        </p:nvSpPr>
        <p:spPr>
          <a:xfrm>
            <a:off x="6217920" y="1508760"/>
            <a:ext cx="5394960" cy="3794760"/>
          </a:xfrm>
          <a:prstGeom prst="roundRect">
            <a:avLst>
              <a:gd name="adj" fmla="val 4000"/>
            </a:avLst>
          </a:prstGeom>
          <a:solidFill>
            <a:srgbClr val="E4F5E8"/>
          </a:solidFill>
          <a:ln w="19050">
            <a:solidFill>
              <a:srgbClr val="A9D9B5"/>
            </a:solidFill>
            <a:prstDash val="solid"/>
          </a:ln>
        </p:spPr>
        <p:txBody>
          <a:bodyPr/>
          <a:lstStyle/>
          <a:p>
            <a:endParaRPr/>
          </a:p>
        </p:txBody>
      </p:sp>
      <p:sp>
        <p:nvSpPr>
          <p:cNvPr id="28" name="TextBox 27"/>
          <p:cNvSpPr txBox="1"/>
          <p:nvPr/>
        </p:nvSpPr>
        <p:spPr>
          <a:xfrm>
            <a:off x="6426925" y="1600200"/>
            <a:ext cx="4846320" cy="3474720"/>
          </a:xfrm>
          <a:prstGeom prst="rect">
            <a:avLst/>
          </a:prstGeom>
          <a:noFill/>
        </p:spPr>
        <p:txBody>
          <a:bodyPr wrap="square" lIns="0" tIns="0" rIns="0" bIns="0" rtlCol="0" anchor="t"/>
          <a:lstStyle/>
          <a:p>
            <a:pPr marL="0" indent="0" algn="l">
              <a:spcAft>
                <a:spcPts val="0"/>
              </a:spcAft>
              <a:buNone/>
            </a:pPr>
            <a:r>
              <a:rPr lang="en-US" sz="2600" b="1" dirty="0">
                <a:solidFill>
                  <a:srgbClr val="1A1A2E"/>
                </a:solidFill>
                <a:latin typeface="Segoe UI"/>
                <a:ea typeface="Calibri"/>
                <a:cs typeface="Segoe UI"/>
              </a:rPr>
              <a:t>Moupiya Manna</a:t>
            </a:r>
          </a:p>
          <a:p>
            <a:pPr marL="0" indent="0" algn="l">
              <a:spcAft>
                <a:spcPts val="1600"/>
              </a:spcAft>
              <a:buNone/>
            </a:pPr>
            <a:r>
              <a:rPr lang="en-US" sz="1800" b="1" dirty="0">
                <a:solidFill>
                  <a:srgbClr val="0000CC"/>
                </a:solidFill>
                <a:latin typeface="Segoe UI"/>
                <a:ea typeface="Calibri"/>
                <a:cs typeface="Segoe UI"/>
              </a:rPr>
              <a:t>Team Member (Hook)</a:t>
            </a:r>
          </a:p>
          <a:p>
            <a:pPr marL="0" indent="0" algn="l">
              <a:spcAft>
                <a:spcPts val="0"/>
              </a:spcAft>
              <a:buNone/>
            </a:pPr>
            <a:r>
              <a:rPr lang="en-US" sz="1500" b="1" dirty="0">
                <a:solidFill>
                  <a:srgbClr val="0000CC"/>
                </a:solidFill>
                <a:latin typeface="Segoe UI"/>
                <a:ea typeface="Calibri"/>
                <a:cs typeface="Segoe UI"/>
              </a:rPr>
              <a:t>Role</a:t>
            </a:r>
          </a:p>
          <a:p>
            <a:pPr marL="0" indent="0" algn="l">
              <a:spcAft>
                <a:spcPts val="1400"/>
              </a:spcAft>
              <a:buNone/>
            </a:pPr>
            <a:r>
              <a:rPr lang="en-US" sz="1400" b="0" dirty="0">
                <a:solidFill>
                  <a:srgbClr val="1A1A2E"/>
                </a:solidFill>
                <a:latin typeface="Segoe UI"/>
                <a:ea typeface="Calibri"/>
                <a:cs typeface="Segoe UI"/>
              </a:rPr>
              <a:t>Frida hook and event monitoring</a:t>
            </a:r>
          </a:p>
          <a:p>
            <a:pPr marL="0" indent="0" algn="l">
              <a:spcAft>
                <a:spcPts val="0"/>
              </a:spcAft>
              <a:buNone/>
            </a:pPr>
            <a:r>
              <a:rPr lang="en-US" sz="1500" b="1" dirty="0">
                <a:solidFill>
                  <a:srgbClr val="0000CC"/>
                </a:solidFill>
                <a:latin typeface="Segoe UI"/>
                <a:ea typeface="Calibri"/>
                <a:cs typeface="Segoe UI"/>
              </a:rPr>
              <a:t>Responsible for</a:t>
            </a:r>
          </a:p>
          <a:p>
            <a:pPr marL="0" indent="0" algn="l">
              <a:spcAft>
                <a:spcPts val="1400"/>
              </a:spcAft>
              <a:buNone/>
            </a:pPr>
            <a:r>
              <a:rPr lang="en-US" sz="1400" b="0" dirty="0">
                <a:solidFill>
                  <a:srgbClr val="1A1A2E"/>
                </a:solidFill>
                <a:latin typeface="Segoe UI"/>
                <a:ea typeface="Calibri"/>
                <a:cs typeface="Segoe UI"/>
              </a:rPr>
              <a:t>Analysing APK file operations and observing renames</a:t>
            </a:r>
          </a:p>
          <a:p>
            <a:pPr marL="0" indent="0" algn="l">
              <a:spcAft>
                <a:spcPts val="0"/>
              </a:spcAft>
              <a:buNone/>
            </a:pPr>
            <a:r>
              <a:rPr lang="en-US" sz="1500" b="1" dirty="0">
                <a:solidFill>
                  <a:srgbClr val="0000CC"/>
                </a:solidFill>
                <a:latin typeface="Segoe UI"/>
                <a:ea typeface="Calibri"/>
                <a:cs typeface="Segoe UI"/>
              </a:rPr>
              <a:t>Contribution</a:t>
            </a:r>
          </a:p>
          <a:p>
            <a:pPr marL="0" indent="0" algn="l">
              <a:spcAft>
                <a:spcPts val="1400"/>
              </a:spcAft>
              <a:buNone/>
            </a:pPr>
            <a:r>
              <a:rPr lang="en-US" sz="1800" b="0" dirty="0">
                <a:solidFill>
                  <a:srgbClr val="1A1A2E"/>
                </a:solidFill>
                <a:latin typeface="Segoe UI"/>
                <a:ea typeface="Calibri"/>
                <a:cs typeface="Segoe UI"/>
              </a:rPr>
              <a:t>Capture file-rename events and send them to the detection engine</a:t>
            </a:r>
          </a:p>
        </p:txBody>
      </p:sp>
      <p:sp>
        <p:nvSpPr>
          <p:cNvPr id="29" name="Shape 25"/>
          <p:cNvSpPr/>
          <p:nvPr/>
        </p:nvSpPr>
        <p:spPr>
          <a:xfrm>
            <a:off x="548640" y="5532120"/>
            <a:ext cx="11064240" cy="640080"/>
          </a:xfrm>
          <a:prstGeom prst="roundRect">
            <a:avLst>
              <a:gd name="adj" fmla="val 16000"/>
            </a:avLst>
          </a:prstGeom>
          <a:solidFill>
            <a:srgbClr val="EFE6FB"/>
          </a:solidFill>
          <a:ln w="19050">
            <a:solidFill>
              <a:srgbClr val="CDB8ED"/>
            </a:solidFill>
            <a:prstDash val="solid"/>
          </a:ln>
        </p:spPr>
        <p:txBody>
          <a:bodyPr/>
          <a:lstStyle/>
          <a:p>
            <a:endParaRPr/>
          </a:p>
        </p:txBody>
      </p:sp>
      <p:sp>
        <p:nvSpPr>
          <p:cNvPr id="30" name="Text 26"/>
          <p:cNvSpPr txBox="1"/>
          <p:nvPr/>
        </p:nvSpPr>
        <p:spPr>
          <a:xfrm>
            <a:off x="731520" y="5532120"/>
            <a:ext cx="10698480" cy="640080"/>
          </a:xfrm>
          <a:prstGeom prst="rect">
            <a:avLst/>
          </a:prstGeom>
          <a:noFill/>
          <a:ln/>
        </p:spPr>
        <p:txBody>
          <a:bodyPr wrap="square" lIns="0" tIns="0" rIns="0" bIns="0" rtlCol="0" anchor="ctr"/>
          <a:lstStyle/>
          <a:p>
            <a:pPr marL="0" indent="0" algn="ctr">
              <a:buNone/>
            </a:pPr>
            <a:r>
              <a:rPr lang="en-US" sz="1600" dirty="0">
                <a:solidFill>
                  <a:srgbClr val="1A1A2E"/>
                </a:solidFill>
                <a:latin typeface="Aptos Narrow" panose="020B0004020202020204" pitchFamily="34" charset="0"/>
                <a:ea typeface="Calibri" pitchFamily="34" charset="-122"/>
                <a:cs typeface="Calibri" pitchFamily="34" charset="-120"/>
              </a:rPr>
              <a:t>Prof. Baisakhi Das presents the simulator workloads in the technical section.</a:t>
            </a:r>
            <a:endParaRPr lang="en-US" sz="1600" dirty="0">
              <a:latin typeface="Aptos Narrow" panose="020B00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0" y="109728"/>
            <a:ext cx="12188952" cy="320040"/>
          </a:xfrm>
          <a:prstGeom prst="rect">
            <a:avLst/>
          </a:prstGeom>
          <a:noFill/>
          <a:ln/>
        </p:spPr>
        <p:txBody>
          <a:bodyPr wrap="square" lIns="0" tIns="0" rIns="0" bIns="0" rtlCol="0" anchor="ctr"/>
          <a:lstStyle/>
          <a:p>
            <a:pPr marL="0" indent="0" algn="ctr">
              <a:buNone/>
            </a:pPr>
            <a:r>
              <a:rPr lang="en-US" sz="1400" b="1" dirty="0">
                <a:solidFill>
                  <a:srgbClr val="0000CC"/>
                </a:solidFill>
                <a:latin typeface="Calibri" pitchFamily="34" charset="0"/>
                <a:ea typeface="Calibri" pitchFamily="34" charset="-122"/>
                <a:cs typeface="Calibri" pitchFamily="34" charset="-120"/>
              </a:rPr>
              <a:t>AIORI 3     Abstract</a:t>
            </a:r>
            <a:endParaRPr lang="en-US" sz="1400" dirty="0"/>
          </a:p>
        </p:txBody>
      </p:sp>
      <p:pic>
        <p:nvPicPr>
          <p:cNvPr id="3" name="Image 0" descr="/home/claude/w/aiori_logo.png"/>
          <p:cNvPicPr>
            <a:picLocks noChangeAspect="1"/>
          </p:cNvPicPr>
          <p:nvPr/>
        </p:nvPicPr>
        <p:blipFill>
          <a:blip r:embed="rId3"/>
          <a:stretch>
            <a:fillRect/>
          </a:stretch>
        </p:blipFill>
        <p:spPr>
          <a:xfrm>
            <a:off x="11051550" y="493776"/>
            <a:ext cx="594360" cy="594360"/>
          </a:xfrm>
          <a:prstGeom prst="rect">
            <a:avLst/>
          </a:prstGeom>
        </p:spPr>
      </p:pic>
      <p:sp>
        <p:nvSpPr>
          <p:cNvPr id="4" name="Text 1"/>
          <p:cNvSpPr txBox="1"/>
          <p:nvPr/>
        </p:nvSpPr>
        <p:spPr>
          <a:xfrm>
            <a:off x="548640" y="502920"/>
            <a:ext cx="10424160" cy="685800"/>
          </a:xfrm>
          <a:prstGeom prst="rect">
            <a:avLst/>
          </a:prstGeom>
          <a:noFill/>
          <a:ln/>
        </p:spPr>
        <p:txBody>
          <a:bodyPr wrap="square" lIns="0" tIns="0" rIns="0" bIns="0" rtlCol="0" anchor="ctr"/>
          <a:lstStyle/>
          <a:p>
            <a:pPr marL="0" indent="0">
              <a:buNone/>
            </a:pPr>
            <a:r>
              <a:rPr lang="en-US" sz="3400" b="1" dirty="0">
                <a:solidFill>
                  <a:srgbClr val="0000CC"/>
                </a:solidFill>
                <a:latin typeface="Gadugi" panose="020B0502040204020203" pitchFamily="34" charset="0"/>
                <a:ea typeface="Gadugi" panose="020B0502040204020203" pitchFamily="34" charset="0"/>
                <a:cs typeface="Calibri" panose="020F0502020204030204" pitchFamily="34" charset="0"/>
              </a:rPr>
              <a:t>Problem Description</a:t>
            </a:r>
            <a:endParaRPr lang="en-US" sz="3400" b="1" dirty="0">
              <a:latin typeface="Gadugi" panose="020B0502040204020203" pitchFamily="34" charset="0"/>
              <a:ea typeface="Gadugi" panose="020B0502040204020203" pitchFamily="34" charset="0"/>
              <a:cs typeface="Calibri" panose="020F0502020204030204" pitchFamily="34" charset="0"/>
            </a:endParaRPr>
          </a:p>
        </p:txBody>
      </p:sp>
      <p:sp>
        <p:nvSpPr>
          <p:cNvPr id="5" name="Shape 2"/>
          <p:cNvSpPr/>
          <p:nvPr/>
        </p:nvSpPr>
        <p:spPr>
          <a:xfrm>
            <a:off x="548640" y="1188720"/>
            <a:ext cx="11064240" cy="45719"/>
          </a:xfrm>
          <a:prstGeom prst="rect">
            <a:avLst/>
          </a:prstGeom>
          <a:solidFill>
            <a:srgbClr val="0000CC"/>
          </a:solidFill>
          <a:ln w="12700">
            <a:solidFill>
              <a:srgbClr val="0000CC"/>
            </a:solidFill>
            <a:prstDash val="solid"/>
          </a:ln>
        </p:spPr>
        <p:txBody>
          <a:bodyPr/>
          <a:lstStyle/>
          <a:p>
            <a:endParaRPr/>
          </a:p>
        </p:txBody>
      </p:sp>
      <p:sp>
        <p:nvSpPr>
          <p:cNvPr id="6" name="Text 3"/>
          <p:cNvSpPr txBox="1"/>
          <p:nvPr/>
        </p:nvSpPr>
        <p:spPr>
          <a:xfrm>
            <a:off x="548640" y="6355080"/>
            <a:ext cx="7315200" cy="320040"/>
          </a:xfrm>
          <a:prstGeom prst="rect">
            <a:avLst/>
          </a:prstGeom>
          <a:noFill/>
          <a:ln/>
        </p:spPr>
        <p:txBody>
          <a:bodyPr wrap="square" lIns="0" tIns="0" rIns="0" bIns="0" rtlCol="0" anchor="ctr"/>
          <a:lstStyle/>
          <a:p>
            <a:pPr marL="0" indent="0">
              <a:buNone/>
            </a:pPr>
            <a:r>
              <a:rPr lang="en-US" sz="1200" dirty="0">
                <a:solidFill>
                  <a:srgbClr val="0000CC"/>
                </a:solidFill>
                <a:latin typeface="Calibri" pitchFamily="34" charset="0"/>
                <a:ea typeface="Calibri" pitchFamily="34" charset="-122"/>
                <a:cs typeface="Calibri" pitchFamily="34" charset="-120"/>
              </a:rPr>
              <a:t>S. Maiti et al. • </a:t>
            </a:r>
            <a:r>
              <a:rPr lang="en-US" sz="1200" b="1" dirty="0">
                <a:solidFill>
                  <a:srgbClr val="0000CC"/>
                </a:solidFill>
                <a:latin typeface="Calibri" pitchFamily="34" charset="0"/>
                <a:ea typeface="Calibri" pitchFamily="34" charset="-122"/>
                <a:cs typeface="Calibri" pitchFamily="34" charset="-120"/>
              </a:rPr>
              <a:t>A3-PS001-TC171</a:t>
            </a:r>
            <a:r>
              <a:rPr lang="en-US" sz="1200" dirty="0">
                <a:solidFill>
                  <a:srgbClr val="0000CC"/>
                </a:solidFill>
                <a:latin typeface="Calibri" pitchFamily="34" charset="0"/>
                <a:ea typeface="Calibri" pitchFamily="34" charset="-122"/>
                <a:cs typeface="Calibri" pitchFamily="34" charset="-120"/>
              </a:rPr>
              <a:t> • October 5, 2026</a:t>
            </a:r>
            <a:endParaRPr lang="en-US" sz="1200" dirty="0"/>
          </a:p>
        </p:txBody>
      </p:sp>
      <p:sp>
        <p:nvSpPr>
          <p:cNvPr id="7" name="Text 4"/>
          <p:cNvSpPr txBox="1"/>
          <p:nvPr/>
        </p:nvSpPr>
        <p:spPr>
          <a:xfrm>
            <a:off x="10698480" y="6355080"/>
            <a:ext cx="941832" cy="320040"/>
          </a:xfrm>
          <a:prstGeom prst="rect">
            <a:avLst/>
          </a:prstGeom>
          <a:noFill/>
          <a:ln/>
        </p:spPr>
        <p:txBody>
          <a:bodyPr wrap="square" lIns="0" tIns="0" rIns="0" bIns="0" rtlCol="0" anchor="ctr"/>
          <a:lstStyle/>
          <a:p>
            <a:pPr marL="0" indent="0" algn="r">
              <a:buNone/>
            </a:pPr>
            <a:r>
              <a:rPr lang="en-US" sz="1200" dirty="0">
                <a:solidFill>
                  <a:srgbClr val="0000CC"/>
                </a:solidFill>
                <a:latin typeface="Calibri" pitchFamily="34" charset="0"/>
                <a:ea typeface="Calibri" pitchFamily="34" charset="-122"/>
                <a:cs typeface="Calibri" pitchFamily="34" charset="-120"/>
              </a:rPr>
              <a:t>3 / 12</a:t>
            </a:r>
            <a:endParaRPr lang="en-US" sz="1200" dirty="0"/>
          </a:p>
        </p:txBody>
      </p:sp>
      <p:sp>
        <p:nvSpPr>
          <p:cNvPr id="8" name="Shape 5"/>
          <p:cNvSpPr/>
          <p:nvPr/>
        </p:nvSpPr>
        <p:spPr>
          <a:xfrm>
            <a:off x="0" y="6784848"/>
            <a:ext cx="3048000" cy="73152"/>
          </a:xfrm>
          <a:prstGeom prst="rect">
            <a:avLst/>
          </a:prstGeom>
          <a:solidFill>
            <a:srgbClr val="E3EBFF"/>
          </a:solidFill>
          <a:ln w="12700">
            <a:solidFill>
              <a:srgbClr val="E3EBFF"/>
            </a:solidFill>
            <a:prstDash val="solid"/>
          </a:ln>
        </p:spPr>
        <p:txBody>
          <a:bodyPr/>
          <a:lstStyle/>
          <a:p>
            <a:endParaRPr/>
          </a:p>
        </p:txBody>
      </p:sp>
      <p:sp>
        <p:nvSpPr>
          <p:cNvPr id="9" name="Shape 6"/>
          <p:cNvSpPr/>
          <p:nvPr/>
        </p:nvSpPr>
        <p:spPr>
          <a:xfrm>
            <a:off x="0" y="6784848"/>
            <a:ext cx="3048000" cy="73152"/>
          </a:xfrm>
          <a:prstGeom prst="rect">
            <a:avLst/>
          </a:prstGeom>
          <a:solidFill>
            <a:srgbClr val="0000CC"/>
          </a:solidFill>
          <a:ln w="12700">
            <a:solidFill>
              <a:srgbClr val="0000CC"/>
            </a:solidFill>
            <a:prstDash val="solid"/>
          </a:ln>
        </p:spPr>
        <p:txBody>
          <a:bodyPr/>
          <a:lstStyle/>
          <a:p>
            <a:endParaRPr/>
          </a:p>
        </p:txBody>
      </p:sp>
      <p:sp>
        <p:nvSpPr>
          <p:cNvPr id="11" name="Shape 7"/>
          <p:cNvSpPr/>
          <p:nvPr/>
        </p:nvSpPr>
        <p:spPr>
          <a:xfrm>
            <a:off x="548640" y="1508760"/>
            <a:ext cx="2651760" cy="2834640"/>
          </a:xfrm>
          <a:prstGeom prst="roundRect">
            <a:avLst>
              <a:gd name="adj" fmla="val 4138"/>
            </a:avLst>
          </a:prstGeom>
          <a:solidFill>
            <a:srgbClr val="E3EBFF"/>
          </a:solidFill>
          <a:ln w="19050">
            <a:solidFill>
              <a:srgbClr val="B9C9F5"/>
            </a:solidFill>
            <a:prstDash val="solid"/>
          </a:ln>
        </p:spPr>
        <p:txBody>
          <a:bodyPr/>
          <a:lstStyle/>
          <a:p>
            <a:endParaRPr/>
          </a:p>
        </p:txBody>
      </p:sp>
      <p:sp>
        <p:nvSpPr>
          <p:cNvPr id="12" name="Shape 8"/>
          <p:cNvSpPr/>
          <p:nvPr/>
        </p:nvSpPr>
        <p:spPr>
          <a:xfrm>
            <a:off x="3931920" y="1508760"/>
            <a:ext cx="2651760" cy="2834640"/>
          </a:xfrm>
          <a:prstGeom prst="roundRect">
            <a:avLst>
              <a:gd name="adj" fmla="val 4138"/>
            </a:avLst>
          </a:prstGeom>
          <a:solidFill>
            <a:srgbClr val="FDE7E7"/>
          </a:solidFill>
          <a:ln w="19050">
            <a:solidFill>
              <a:srgbClr val="EFB4B4"/>
            </a:solidFill>
            <a:prstDash val="solid"/>
          </a:ln>
        </p:spPr>
        <p:txBody>
          <a:bodyPr/>
          <a:lstStyle/>
          <a:p>
            <a:endParaRPr/>
          </a:p>
        </p:txBody>
      </p:sp>
      <p:sp>
        <p:nvSpPr>
          <p:cNvPr id="13" name="Text 9"/>
          <p:cNvSpPr txBox="1"/>
          <p:nvPr/>
        </p:nvSpPr>
        <p:spPr>
          <a:xfrm>
            <a:off x="548640" y="1600200"/>
            <a:ext cx="2651760" cy="365760"/>
          </a:xfrm>
          <a:prstGeom prst="rect">
            <a:avLst/>
          </a:prstGeom>
          <a:noFill/>
          <a:ln/>
        </p:spPr>
        <p:txBody>
          <a:bodyPr wrap="square" lIns="0" tIns="0" rIns="0" bIns="0" rtlCol="0" anchor="ctr"/>
          <a:lstStyle/>
          <a:p>
            <a:pPr marL="0" indent="0" algn="ctr">
              <a:buNone/>
            </a:pPr>
            <a:r>
              <a:rPr lang="en-US" sz="1600" b="1" dirty="0">
                <a:solidFill>
                  <a:srgbClr val="0000CC"/>
                </a:solidFill>
                <a:latin typeface="Aptos Narrow" panose="020B0004020202020204" pitchFamily="34" charset="0"/>
                <a:ea typeface="Calibri" pitchFamily="34" charset="-122"/>
                <a:cs typeface="Calibri" pitchFamily="34" charset="-120"/>
              </a:rPr>
              <a:t>Before the attack</a:t>
            </a:r>
            <a:endParaRPr lang="en-US" sz="1600" dirty="0">
              <a:latin typeface="Aptos Narrow" panose="020B0004020202020204" pitchFamily="34" charset="0"/>
            </a:endParaRPr>
          </a:p>
        </p:txBody>
      </p:sp>
      <p:sp>
        <p:nvSpPr>
          <p:cNvPr id="14" name="Text 10"/>
          <p:cNvSpPr txBox="1"/>
          <p:nvPr/>
        </p:nvSpPr>
        <p:spPr>
          <a:xfrm>
            <a:off x="3931920" y="1600200"/>
            <a:ext cx="2651760" cy="365760"/>
          </a:xfrm>
          <a:prstGeom prst="rect">
            <a:avLst/>
          </a:prstGeom>
          <a:noFill/>
          <a:ln/>
        </p:spPr>
        <p:txBody>
          <a:bodyPr wrap="square" lIns="0" tIns="0" rIns="0" bIns="0" rtlCol="0" anchor="ctr"/>
          <a:lstStyle/>
          <a:p>
            <a:pPr marL="0" indent="0" algn="ctr">
              <a:buNone/>
            </a:pPr>
            <a:r>
              <a:rPr lang="en-US" sz="1600" b="1" dirty="0">
                <a:solidFill>
                  <a:srgbClr val="0000CC"/>
                </a:solidFill>
                <a:latin typeface="Aptos Narrow" panose="020B0004020202020204" pitchFamily="34" charset="0"/>
                <a:ea typeface="Calibri" pitchFamily="34" charset="-122"/>
                <a:cs typeface="Calibri" pitchFamily="34" charset="-120"/>
              </a:rPr>
              <a:t>After the activity</a:t>
            </a:r>
            <a:endParaRPr lang="en-US" sz="1600" dirty="0">
              <a:latin typeface="Aptos Narrow" panose="020B0004020202020204" pitchFamily="34" charset="0"/>
            </a:endParaRPr>
          </a:p>
        </p:txBody>
      </p:sp>
      <p:sp>
        <p:nvSpPr>
          <p:cNvPr id="15" name="Shape 11"/>
          <p:cNvSpPr/>
          <p:nvPr/>
        </p:nvSpPr>
        <p:spPr>
          <a:xfrm>
            <a:off x="777240" y="2103120"/>
            <a:ext cx="2194560" cy="548640"/>
          </a:xfrm>
          <a:prstGeom prst="roundRect">
            <a:avLst>
              <a:gd name="adj" fmla="val 20000"/>
            </a:avLst>
          </a:prstGeom>
          <a:solidFill>
            <a:srgbClr val="E3EBFF"/>
          </a:solidFill>
          <a:ln w="19050">
            <a:solidFill>
              <a:srgbClr val="B9C9F5"/>
            </a:solidFill>
            <a:prstDash val="solid"/>
          </a:ln>
        </p:spPr>
        <p:txBody>
          <a:bodyPr/>
          <a:lstStyle/>
          <a:p>
            <a:endParaRPr/>
          </a:p>
        </p:txBody>
      </p:sp>
      <p:sp>
        <p:nvSpPr>
          <p:cNvPr id="16" name="Text 12"/>
          <p:cNvSpPr txBox="1"/>
          <p:nvPr/>
        </p:nvSpPr>
        <p:spPr>
          <a:xfrm>
            <a:off x="850392" y="2103120"/>
            <a:ext cx="2048256" cy="548640"/>
          </a:xfrm>
          <a:prstGeom prst="rect">
            <a:avLst/>
          </a:prstGeom>
          <a:noFill/>
          <a:ln/>
        </p:spPr>
        <p:txBody>
          <a:bodyPr wrap="square" lIns="0" tIns="0" rIns="0" bIns="0" rtlCol="0" anchor="ctr"/>
          <a:lstStyle/>
          <a:p>
            <a:pPr marL="0" indent="0" algn="ctr">
              <a:buNone/>
            </a:pPr>
            <a:r>
              <a:rPr lang="en-US" sz="1600" b="1" dirty="0">
                <a:solidFill>
                  <a:srgbClr val="1A1A2E"/>
                </a:solidFill>
                <a:latin typeface="Segoe UI" panose="020B0502040204020203" pitchFamily="34" charset="0"/>
                <a:ea typeface="Calibri" pitchFamily="34" charset="-122"/>
                <a:cs typeface="Segoe UI" panose="020B0502040204020203" pitchFamily="34" charset="0"/>
              </a:rPr>
              <a:t>notes.txt</a:t>
            </a:r>
            <a:endParaRPr lang="en-US" sz="1600" dirty="0">
              <a:latin typeface="Segoe UI" panose="020B0502040204020203" pitchFamily="34" charset="0"/>
              <a:cs typeface="Segoe UI" panose="020B0502040204020203" pitchFamily="34" charset="0"/>
            </a:endParaRPr>
          </a:p>
        </p:txBody>
      </p:sp>
      <p:sp>
        <p:nvSpPr>
          <p:cNvPr id="17" name="Shape 13"/>
          <p:cNvSpPr/>
          <p:nvPr/>
        </p:nvSpPr>
        <p:spPr>
          <a:xfrm>
            <a:off x="4160520" y="2103120"/>
            <a:ext cx="2194560" cy="548640"/>
          </a:xfrm>
          <a:prstGeom prst="roundRect">
            <a:avLst>
              <a:gd name="adj" fmla="val 20000"/>
            </a:avLst>
          </a:prstGeom>
          <a:solidFill>
            <a:srgbClr val="FDE7E7"/>
          </a:solidFill>
          <a:ln w="19050">
            <a:solidFill>
              <a:srgbClr val="EFB4B4"/>
            </a:solidFill>
            <a:prstDash val="solid"/>
          </a:ln>
        </p:spPr>
        <p:txBody>
          <a:bodyPr/>
          <a:lstStyle/>
          <a:p>
            <a:endParaRPr/>
          </a:p>
        </p:txBody>
      </p:sp>
      <p:sp>
        <p:nvSpPr>
          <p:cNvPr id="18" name="Text 14"/>
          <p:cNvSpPr txBox="1"/>
          <p:nvPr/>
        </p:nvSpPr>
        <p:spPr>
          <a:xfrm>
            <a:off x="4233672" y="2103120"/>
            <a:ext cx="2048256" cy="548640"/>
          </a:xfrm>
          <a:prstGeom prst="rect">
            <a:avLst/>
          </a:prstGeom>
          <a:noFill/>
          <a:ln/>
        </p:spPr>
        <p:txBody>
          <a:bodyPr wrap="square" lIns="0" tIns="0" rIns="0" bIns="0" rtlCol="0" anchor="ctr"/>
          <a:lstStyle/>
          <a:p>
            <a:pPr marL="0" indent="0" algn="ctr">
              <a:buNone/>
            </a:pPr>
            <a:r>
              <a:rPr lang="en-US" sz="1600" b="1" dirty="0">
                <a:solidFill>
                  <a:srgbClr val="1A1A2E"/>
                </a:solidFill>
                <a:latin typeface="Segoe UI" panose="020B0502040204020203" pitchFamily="34" charset="0"/>
                <a:ea typeface="Calibri" pitchFamily="34" charset="-122"/>
                <a:cs typeface="Segoe UI" panose="020B0502040204020203" pitchFamily="34" charset="0"/>
              </a:rPr>
              <a:t>notes.txt.enc</a:t>
            </a:r>
            <a:endParaRPr lang="en-US" sz="1600" dirty="0">
              <a:latin typeface="Segoe UI" panose="020B0502040204020203" pitchFamily="34" charset="0"/>
              <a:cs typeface="Segoe UI" panose="020B0502040204020203" pitchFamily="34" charset="0"/>
            </a:endParaRPr>
          </a:p>
        </p:txBody>
      </p:sp>
      <p:sp>
        <p:nvSpPr>
          <p:cNvPr id="19" name="Shape 15"/>
          <p:cNvSpPr/>
          <p:nvPr/>
        </p:nvSpPr>
        <p:spPr>
          <a:xfrm>
            <a:off x="777240" y="2816352"/>
            <a:ext cx="2194560" cy="548640"/>
          </a:xfrm>
          <a:prstGeom prst="roundRect">
            <a:avLst>
              <a:gd name="adj" fmla="val 20000"/>
            </a:avLst>
          </a:prstGeom>
          <a:solidFill>
            <a:srgbClr val="E3EBFF"/>
          </a:solidFill>
          <a:ln w="19050">
            <a:solidFill>
              <a:srgbClr val="B9C9F5"/>
            </a:solidFill>
            <a:prstDash val="solid"/>
          </a:ln>
        </p:spPr>
        <p:txBody>
          <a:bodyPr/>
          <a:lstStyle/>
          <a:p>
            <a:endParaRPr/>
          </a:p>
        </p:txBody>
      </p:sp>
      <p:sp>
        <p:nvSpPr>
          <p:cNvPr id="20" name="Text 16"/>
          <p:cNvSpPr txBox="1"/>
          <p:nvPr/>
        </p:nvSpPr>
        <p:spPr>
          <a:xfrm>
            <a:off x="850392" y="2816352"/>
            <a:ext cx="2048256" cy="548640"/>
          </a:xfrm>
          <a:prstGeom prst="rect">
            <a:avLst/>
          </a:prstGeom>
          <a:noFill/>
          <a:ln/>
        </p:spPr>
        <p:txBody>
          <a:bodyPr wrap="square" lIns="0" tIns="0" rIns="0" bIns="0" rtlCol="0" anchor="ctr"/>
          <a:lstStyle/>
          <a:p>
            <a:pPr marL="0" indent="0" algn="ctr">
              <a:buNone/>
            </a:pPr>
            <a:r>
              <a:rPr lang="en-US" sz="1600" b="1" dirty="0">
                <a:solidFill>
                  <a:srgbClr val="1A1A2E"/>
                </a:solidFill>
                <a:latin typeface="Segoe UI" panose="020B0502040204020203" pitchFamily="34" charset="0"/>
                <a:ea typeface="Calibri" pitchFamily="34" charset="-122"/>
                <a:cs typeface="Segoe UI" panose="020B0502040204020203" pitchFamily="34" charset="0"/>
              </a:rPr>
              <a:t>doc.pdf</a:t>
            </a:r>
            <a:endParaRPr lang="en-US" sz="1600" dirty="0">
              <a:latin typeface="Segoe UI" panose="020B0502040204020203" pitchFamily="34" charset="0"/>
              <a:cs typeface="Segoe UI" panose="020B0502040204020203" pitchFamily="34" charset="0"/>
            </a:endParaRPr>
          </a:p>
        </p:txBody>
      </p:sp>
      <p:sp>
        <p:nvSpPr>
          <p:cNvPr id="21" name="Shape 17"/>
          <p:cNvSpPr/>
          <p:nvPr/>
        </p:nvSpPr>
        <p:spPr>
          <a:xfrm>
            <a:off x="4160520" y="2816352"/>
            <a:ext cx="2194560" cy="548640"/>
          </a:xfrm>
          <a:prstGeom prst="roundRect">
            <a:avLst>
              <a:gd name="adj" fmla="val 20000"/>
            </a:avLst>
          </a:prstGeom>
          <a:solidFill>
            <a:srgbClr val="FDE7E7"/>
          </a:solidFill>
          <a:ln w="19050">
            <a:solidFill>
              <a:srgbClr val="EFB4B4"/>
            </a:solidFill>
            <a:prstDash val="solid"/>
          </a:ln>
        </p:spPr>
        <p:txBody>
          <a:bodyPr/>
          <a:lstStyle/>
          <a:p>
            <a:endParaRPr/>
          </a:p>
        </p:txBody>
      </p:sp>
      <p:sp>
        <p:nvSpPr>
          <p:cNvPr id="22" name="Text 18"/>
          <p:cNvSpPr txBox="1"/>
          <p:nvPr/>
        </p:nvSpPr>
        <p:spPr>
          <a:xfrm>
            <a:off x="4233672" y="2816352"/>
            <a:ext cx="2048256" cy="548640"/>
          </a:xfrm>
          <a:prstGeom prst="rect">
            <a:avLst/>
          </a:prstGeom>
          <a:noFill/>
          <a:ln/>
        </p:spPr>
        <p:txBody>
          <a:bodyPr wrap="square" lIns="0" tIns="0" rIns="0" bIns="0" rtlCol="0" anchor="ctr"/>
          <a:lstStyle/>
          <a:p>
            <a:pPr marL="0" indent="0" algn="ctr">
              <a:buNone/>
            </a:pPr>
            <a:r>
              <a:rPr lang="en-US" sz="1600" b="1" dirty="0">
                <a:solidFill>
                  <a:srgbClr val="1A1A2E"/>
                </a:solidFill>
                <a:latin typeface="Segoe UI" panose="020B0502040204020203" pitchFamily="34" charset="0"/>
                <a:ea typeface="Calibri" pitchFamily="34" charset="-122"/>
                <a:cs typeface="Segoe UI" panose="020B0502040204020203" pitchFamily="34" charset="0"/>
              </a:rPr>
              <a:t>doc.pdf.enc</a:t>
            </a:r>
            <a:endParaRPr lang="en-US" sz="1600" dirty="0">
              <a:latin typeface="Segoe UI" panose="020B0502040204020203" pitchFamily="34" charset="0"/>
              <a:cs typeface="Segoe UI" panose="020B0502040204020203" pitchFamily="34" charset="0"/>
            </a:endParaRPr>
          </a:p>
        </p:txBody>
      </p:sp>
      <p:sp>
        <p:nvSpPr>
          <p:cNvPr id="23" name="Shape 19"/>
          <p:cNvSpPr/>
          <p:nvPr/>
        </p:nvSpPr>
        <p:spPr>
          <a:xfrm>
            <a:off x="777240" y="3529584"/>
            <a:ext cx="2194560" cy="548640"/>
          </a:xfrm>
          <a:prstGeom prst="roundRect">
            <a:avLst>
              <a:gd name="adj" fmla="val 20000"/>
            </a:avLst>
          </a:prstGeom>
          <a:solidFill>
            <a:srgbClr val="E3EBFF"/>
          </a:solidFill>
          <a:ln w="19050">
            <a:solidFill>
              <a:srgbClr val="B9C9F5"/>
            </a:solidFill>
            <a:prstDash val="solid"/>
          </a:ln>
        </p:spPr>
        <p:txBody>
          <a:bodyPr/>
          <a:lstStyle/>
          <a:p>
            <a:endParaRPr/>
          </a:p>
        </p:txBody>
      </p:sp>
      <p:sp>
        <p:nvSpPr>
          <p:cNvPr id="24" name="Text 20"/>
          <p:cNvSpPr txBox="1"/>
          <p:nvPr/>
        </p:nvSpPr>
        <p:spPr>
          <a:xfrm>
            <a:off x="850392" y="3529584"/>
            <a:ext cx="2048256" cy="548640"/>
          </a:xfrm>
          <a:prstGeom prst="rect">
            <a:avLst/>
          </a:prstGeom>
          <a:noFill/>
          <a:ln/>
        </p:spPr>
        <p:txBody>
          <a:bodyPr wrap="square" lIns="0" tIns="0" rIns="0" bIns="0" rtlCol="0" anchor="ctr"/>
          <a:lstStyle/>
          <a:p>
            <a:pPr marL="0" indent="0" algn="ctr">
              <a:buNone/>
            </a:pPr>
            <a:r>
              <a:rPr lang="en-US" sz="1600" b="1" dirty="0">
                <a:solidFill>
                  <a:srgbClr val="1A1A2E"/>
                </a:solidFill>
                <a:latin typeface="Segoe UI" panose="020B0502040204020203" pitchFamily="34" charset="0"/>
                <a:ea typeface="Calibri" pitchFamily="34" charset="-122"/>
                <a:cs typeface="Segoe UI" panose="020B0502040204020203" pitchFamily="34" charset="0"/>
              </a:rPr>
              <a:t>photos.jpg</a:t>
            </a:r>
            <a:endParaRPr lang="en-US" sz="1600" dirty="0">
              <a:latin typeface="Segoe UI" panose="020B0502040204020203" pitchFamily="34" charset="0"/>
              <a:cs typeface="Segoe UI" panose="020B0502040204020203" pitchFamily="34" charset="0"/>
            </a:endParaRPr>
          </a:p>
        </p:txBody>
      </p:sp>
      <p:sp>
        <p:nvSpPr>
          <p:cNvPr id="25" name="Shape 21"/>
          <p:cNvSpPr/>
          <p:nvPr/>
        </p:nvSpPr>
        <p:spPr>
          <a:xfrm>
            <a:off x="4160520" y="3529584"/>
            <a:ext cx="2194560" cy="548640"/>
          </a:xfrm>
          <a:prstGeom prst="roundRect">
            <a:avLst>
              <a:gd name="adj" fmla="val 20000"/>
            </a:avLst>
          </a:prstGeom>
          <a:solidFill>
            <a:srgbClr val="FDE7E7"/>
          </a:solidFill>
          <a:ln w="19050">
            <a:solidFill>
              <a:srgbClr val="EFB4B4"/>
            </a:solidFill>
            <a:prstDash val="solid"/>
          </a:ln>
        </p:spPr>
        <p:txBody>
          <a:bodyPr/>
          <a:lstStyle/>
          <a:p>
            <a:endParaRPr/>
          </a:p>
        </p:txBody>
      </p:sp>
      <p:sp>
        <p:nvSpPr>
          <p:cNvPr id="26" name="Text 22"/>
          <p:cNvSpPr txBox="1"/>
          <p:nvPr/>
        </p:nvSpPr>
        <p:spPr>
          <a:xfrm>
            <a:off x="4233672" y="3529584"/>
            <a:ext cx="2048256" cy="548640"/>
          </a:xfrm>
          <a:prstGeom prst="rect">
            <a:avLst/>
          </a:prstGeom>
          <a:noFill/>
          <a:ln/>
        </p:spPr>
        <p:txBody>
          <a:bodyPr wrap="square" lIns="0" tIns="0" rIns="0" bIns="0" rtlCol="0" anchor="ctr"/>
          <a:lstStyle/>
          <a:p>
            <a:pPr marL="0" indent="0" algn="ctr">
              <a:buNone/>
            </a:pPr>
            <a:r>
              <a:rPr lang="en-US" sz="1600" b="1" dirty="0">
                <a:solidFill>
                  <a:srgbClr val="1A1A2E"/>
                </a:solidFill>
                <a:latin typeface="Segoe UI" panose="020B0502040204020203" pitchFamily="34" charset="0"/>
                <a:ea typeface="Calibri" pitchFamily="34" charset="-122"/>
                <a:cs typeface="Segoe UI" panose="020B0502040204020203" pitchFamily="34" charset="0"/>
              </a:rPr>
              <a:t>photos.jpg.enc</a:t>
            </a:r>
            <a:endParaRPr lang="en-US" sz="1600" dirty="0">
              <a:latin typeface="Segoe UI" panose="020B0502040204020203" pitchFamily="34" charset="0"/>
              <a:cs typeface="Segoe UI" panose="020B0502040204020203" pitchFamily="34" charset="0"/>
            </a:endParaRPr>
          </a:p>
        </p:txBody>
      </p:sp>
      <p:sp>
        <p:nvSpPr>
          <p:cNvPr id="27" name="Text 23"/>
          <p:cNvSpPr txBox="1"/>
          <p:nvPr/>
        </p:nvSpPr>
        <p:spPr>
          <a:xfrm>
            <a:off x="3200400" y="2514600"/>
            <a:ext cx="731520" cy="457200"/>
          </a:xfrm>
          <a:prstGeom prst="rect">
            <a:avLst/>
          </a:prstGeom>
          <a:noFill/>
          <a:ln/>
        </p:spPr>
        <p:txBody>
          <a:bodyPr wrap="square" lIns="0" tIns="0" rIns="0" bIns="0" rtlCol="0" anchor="ctr"/>
          <a:lstStyle/>
          <a:p>
            <a:pPr marL="0" indent="0" algn="ctr">
              <a:buNone/>
            </a:pPr>
            <a:r>
              <a:rPr lang="en-US" sz="1400" dirty="0">
                <a:solidFill>
                  <a:srgbClr val="444444"/>
                </a:solidFill>
                <a:latin typeface="Calibri" pitchFamily="34" charset="0"/>
                <a:ea typeface="Calibri" pitchFamily="34" charset="-122"/>
                <a:cs typeface="Calibri" pitchFamily="34" charset="-120"/>
              </a:rPr>
              <a:t>in seconds</a:t>
            </a:r>
            <a:endParaRPr lang="en-US" sz="1400" dirty="0"/>
          </a:p>
        </p:txBody>
      </p:sp>
      <p:sp>
        <p:nvSpPr>
          <p:cNvPr id="28" name="Shape 24"/>
          <p:cNvSpPr/>
          <p:nvPr/>
        </p:nvSpPr>
        <p:spPr>
          <a:xfrm>
            <a:off x="3246120" y="3063240"/>
            <a:ext cx="640080" cy="0"/>
          </a:xfrm>
          <a:prstGeom prst="line">
            <a:avLst/>
          </a:prstGeom>
          <a:noFill/>
          <a:ln w="25400">
            <a:solidFill>
              <a:srgbClr val="0000CC"/>
            </a:solidFill>
            <a:prstDash val="solid"/>
            <a:tailEnd type="triangle"/>
          </a:ln>
        </p:spPr>
        <p:txBody>
          <a:bodyPr/>
          <a:lstStyle/>
          <a:p>
            <a:endParaRPr/>
          </a:p>
        </p:txBody>
      </p:sp>
      <p:sp>
        <p:nvSpPr>
          <p:cNvPr id="29" name="Shape 25"/>
          <p:cNvSpPr/>
          <p:nvPr/>
        </p:nvSpPr>
        <p:spPr>
          <a:xfrm>
            <a:off x="7040880" y="1508760"/>
            <a:ext cx="4572000" cy="868680"/>
          </a:xfrm>
          <a:prstGeom prst="roundRect">
            <a:avLst>
              <a:gd name="adj" fmla="val 12632"/>
            </a:avLst>
          </a:prstGeom>
          <a:solidFill>
            <a:srgbClr val="FDE7E7"/>
          </a:solidFill>
          <a:ln w="19050">
            <a:solidFill>
              <a:srgbClr val="EFB4B4"/>
            </a:solidFill>
            <a:prstDash val="solid"/>
          </a:ln>
        </p:spPr>
        <p:txBody>
          <a:bodyPr/>
          <a:lstStyle/>
          <a:p>
            <a:endParaRPr/>
          </a:p>
        </p:txBody>
      </p:sp>
      <p:sp>
        <p:nvSpPr>
          <p:cNvPr id="30" name="Text 26"/>
          <p:cNvSpPr txBox="1"/>
          <p:nvPr/>
        </p:nvSpPr>
        <p:spPr>
          <a:xfrm>
            <a:off x="7223760" y="1508760"/>
            <a:ext cx="4251960" cy="868680"/>
          </a:xfrm>
          <a:prstGeom prst="rect">
            <a:avLst/>
          </a:prstGeom>
          <a:noFill/>
          <a:ln/>
        </p:spPr>
        <p:txBody>
          <a:bodyPr wrap="square" lIns="0" tIns="0" rIns="0" bIns="0" rtlCol="0" anchor="ctr"/>
          <a:lstStyle/>
          <a:p>
            <a:pPr marL="0" indent="0">
              <a:buNone/>
            </a:pPr>
            <a:r>
              <a:rPr lang="en-US" sz="1600" b="1" dirty="0">
                <a:solidFill>
                  <a:srgbClr val="0000CC"/>
                </a:solidFill>
                <a:latin typeface="Segoe UI" panose="020B0502040204020203" pitchFamily="34" charset="0"/>
                <a:ea typeface="Calibri" pitchFamily="34" charset="-122"/>
                <a:cs typeface="Segoe UI" panose="020B0502040204020203" pitchFamily="34" charset="0"/>
              </a:rPr>
              <a:t>Problem</a:t>
            </a:r>
            <a:endParaRPr lang="en-US" sz="1600" dirty="0">
              <a:latin typeface="Segoe UI" panose="020B0502040204020203" pitchFamily="34" charset="0"/>
              <a:cs typeface="Segoe UI" panose="020B0502040204020203" pitchFamily="34" charset="0"/>
            </a:endParaRPr>
          </a:p>
          <a:p>
            <a:pPr marL="0" indent="0">
              <a:buNone/>
            </a:pPr>
            <a:r>
              <a:rPr lang="en-US" sz="1400" dirty="0">
                <a:solidFill>
                  <a:srgbClr val="1A1A2E"/>
                </a:solidFill>
                <a:latin typeface="Segoe UI" panose="020B0502040204020203" pitchFamily="34" charset="0"/>
                <a:ea typeface="Calibri" pitchFamily="34" charset="-122"/>
                <a:cs typeface="Segoe UI" panose="020B0502040204020203" pitchFamily="34" charset="0"/>
              </a:rPr>
              <a:t>Zero-day ransomware has no signature, but it renames many files within seconds.</a:t>
            </a:r>
            <a:endParaRPr lang="en-US" sz="1600" dirty="0">
              <a:latin typeface="Segoe UI" panose="020B0502040204020203" pitchFamily="34" charset="0"/>
              <a:cs typeface="Segoe UI" panose="020B0502040204020203" pitchFamily="34" charset="0"/>
            </a:endParaRPr>
          </a:p>
        </p:txBody>
      </p:sp>
      <p:sp>
        <p:nvSpPr>
          <p:cNvPr id="31" name="Shape 27"/>
          <p:cNvSpPr/>
          <p:nvPr/>
        </p:nvSpPr>
        <p:spPr>
          <a:xfrm>
            <a:off x="7040880" y="2487168"/>
            <a:ext cx="4572000" cy="868680"/>
          </a:xfrm>
          <a:prstGeom prst="roundRect">
            <a:avLst>
              <a:gd name="adj" fmla="val 12632"/>
            </a:avLst>
          </a:prstGeom>
          <a:solidFill>
            <a:srgbClr val="E3EBFF"/>
          </a:solidFill>
          <a:ln w="19050">
            <a:solidFill>
              <a:srgbClr val="B9C9F5"/>
            </a:solidFill>
            <a:prstDash val="solid"/>
          </a:ln>
        </p:spPr>
        <p:txBody>
          <a:bodyPr/>
          <a:lstStyle/>
          <a:p>
            <a:endParaRPr/>
          </a:p>
        </p:txBody>
      </p:sp>
      <p:sp>
        <p:nvSpPr>
          <p:cNvPr id="32" name="Text 28"/>
          <p:cNvSpPr txBox="1"/>
          <p:nvPr/>
        </p:nvSpPr>
        <p:spPr>
          <a:xfrm>
            <a:off x="7223760" y="2487168"/>
            <a:ext cx="4251960" cy="868680"/>
          </a:xfrm>
          <a:prstGeom prst="rect">
            <a:avLst/>
          </a:prstGeom>
          <a:noFill/>
          <a:ln/>
        </p:spPr>
        <p:txBody>
          <a:bodyPr wrap="square" lIns="0" tIns="0" rIns="0" bIns="0" rtlCol="0" anchor="ctr"/>
          <a:lstStyle/>
          <a:p>
            <a:pPr marL="0" indent="0">
              <a:buNone/>
            </a:pPr>
            <a:r>
              <a:rPr lang="en-US" sz="1600" b="1" dirty="0">
                <a:solidFill>
                  <a:srgbClr val="0000CC"/>
                </a:solidFill>
                <a:latin typeface="Segoe UI" panose="020B0502040204020203" pitchFamily="34" charset="0"/>
                <a:ea typeface="Calibri" pitchFamily="34" charset="-122"/>
                <a:cs typeface="Segoe UI" panose="020B0502040204020203" pitchFamily="34" charset="0"/>
              </a:rPr>
              <a:t>Approach</a:t>
            </a:r>
            <a:endParaRPr lang="en-US" sz="1600" dirty="0">
              <a:latin typeface="Segoe UI" panose="020B0502040204020203" pitchFamily="34" charset="0"/>
              <a:cs typeface="Segoe UI" panose="020B0502040204020203" pitchFamily="34" charset="0"/>
            </a:endParaRPr>
          </a:p>
          <a:p>
            <a:pPr marL="0" indent="0">
              <a:buNone/>
            </a:pPr>
            <a:r>
              <a:rPr lang="en-US" sz="1400" dirty="0">
                <a:solidFill>
                  <a:srgbClr val="1A1A2E"/>
                </a:solidFill>
                <a:latin typeface="Segoe UI" panose="020B0502040204020203" pitchFamily="34" charset="0"/>
                <a:ea typeface="Calibri" pitchFamily="34" charset="-122"/>
                <a:cs typeface="Segoe UI" panose="020B0502040204020203" pitchFamily="34" charset="0"/>
              </a:rPr>
              <a:t>Hook file renames in a test directory; a rate rule flags bursts.</a:t>
            </a:r>
            <a:endParaRPr lang="en-US" sz="1600" dirty="0">
              <a:latin typeface="Segoe UI" panose="020B0502040204020203" pitchFamily="34" charset="0"/>
              <a:cs typeface="Segoe UI" panose="020B0502040204020203" pitchFamily="34" charset="0"/>
            </a:endParaRPr>
          </a:p>
        </p:txBody>
      </p:sp>
      <p:sp>
        <p:nvSpPr>
          <p:cNvPr id="33" name="Shape 29"/>
          <p:cNvSpPr/>
          <p:nvPr/>
        </p:nvSpPr>
        <p:spPr>
          <a:xfrm>
            <a:off x="7040880" y="3465576"/>
            <a:ext cx="4572000" cy="868680"/>
          </a:xfrm>
          <a:prstGeom prst="roundRect">
            <a:avLst>
              <a:gd name="adj" fmla="val 12632"/>
            </a:avLst>
          </a:prstGeom>
          <a:solidFill>
            <a:srgbClr val="E4F5E8"/>
          </a:solidFill>
          <a:ln w="19050">
            <a:solidFill>
              <a:srgbClr val="A9D9B5"/>
            </a:solidFill>
            <a:prstDash val="solid"/>
          </a:ln>
        </p:spPr>
        <p:txBody>
          <a:bodyPr/>
          <a:lstStyle/>
          <a:p>
            <a:endParaRPr/>
          </a:p>
        </p:txBody>
      </p:sp>
      <p:sp>
        <p:nvSpPr>
          <p:cNvPr id="34" name="Text 30"/>
          <p:cNvSpPr txBox="1"/>
          <p:nvPr/>
        </p:nvSpPr>
        <p:spPr>
          <a:xfrm>
            <a:off x="7223760" y="3465576"/>
            <a:ext cx="4251960" cy="868680"/>
          </a:xfrm>
          <a:prstGeom prst="rect">
            <a:avLst/>
          </a:prstGeom>
          <a:noFill/>
          <a:ln/>
        </p:spPr>
        <p:txBody>
          <a:bodyPr wrap="square" lIns="0" tIns="0" rIns="0" bIns="0" rtlCol="0" anchor="ctr"/>
          <a:lstStyle/>
          <a:p>
            <a:pPr marL="0" indent="0">
              <a:buNone/>
            </a:pPr>
            <a:r>
              <a:rPr lang="en-US" sz="1600" b="1" dirty="0">
                <a:solidFill>
                  <a:srgbClr val="0000CC"/>
                </a:solidFill>
                <a:latin typeface="Segoe UI" panose="020B0502040204020203" pitchFamily="34" charset="0"/>
                <a:ea typeface="Calibri" pitchFamily="34" charset="-122"/>
                <a:cs typeface="Segoe UI" panose="020B0502040204020203" pitchFamily="34" charset="0"/>
              </a:rPr>
              <a:t>Outcome</a:t>
            </a:r>
            <a:endParaRPr lang="en-US" sz="1600" dirty="0">
              <a:latin typeface="Segoe UI" panose="020B0502040204020203" pitchFamily="34" charset="0"/>
              <a:cs typeface="Segoe UI" panose="020B0502040204020203" pitchFamily="34" charset="0"/>
            </a:endParaRPr>
          </a:p>
          <a:p>
            <a:pPr marL="0" indent="0">
              <a:buNone/>
            </a:pPr>
            <a:r>
              <a:rPr lang="en-US" sz="1400" dirty="0">
                <a:solidFill>
                  <a:srgbClr val="1A1A2E"/>
                </a:solidFill>
                <a:latin typeface="Segoe UI" panose="020B0502040204020203" pitchFamily="34" charset="0"/>
                <a:ea typeface="Calibri" pitchFamily="34" charset="-122"/>
                <a:cs typeface="Segoe UI" panose="020B0502040204020203" pitchFamily="34" charset="0"/>
              </a:rPr>
              <a:t>3/3 simulated attacks detected, 0/2 false alarms (lab setting).</a:t>
            </a:r>
            <a:endParaRPr lang="en-US" sz="1600" dirty="0">
              <a:latin typeface="Segoe UI" panose="020B0502040204020203" pitchFamily="34" charset="0"/>
              <a:cs typeface="Segoe UI" panose="020B0502040204020203" pitchFamily="34" charset="0"/>
            </a:endParaRPr>
          </a:p>
        </p:txBody>
      </p:sp>
      <p:sp>
        <p:nvSpPr>
          <p:cNvPr id="35" name="Shape 31"/>
          <p:cNvSpPr/>
          <p:nvPr/>
        </p:nvSpPr>
        <p:spPr>
          <a:xfrm>
            <a:off x="548640" y="4754880"/>
            <a:ext cx="11064240" cy="822960"/>
          </a:xfrm>
          <a:prstGeom prst="roundRect">
            <a:avLst>
              <a:gd name="adj" fmla="val 13333"/>
            </a:avLst>
          </a:prstGeom>
          <a:solidFill>
            <a:srgbClr val="EFE6FB"/>
          </a:solidFill>
          <a:ln w="19050">
            <a:solidFill>
              <a:srgbClr val="CDB8ED"/>
            </a:solidFill>
            <a:prstDash val="solid"/>
          </a:ln>
        </p:spPr>
        <p:txBody>
          <a:bodyPr/>
          <a:lstStyle/>
          <a:p>
            <a:endParaRPr/>
          </a:p>
        </p:txBody>
      </p:sp>
      <p:sp>
        <p:nvSpPr>
          <p:cNvPr id="36" name="Text 32"/>
          <p:cNvSpPr txBox="1"/>
          <p:nvPr/>
        </p:nvSpPr>
        <p:spPr>
          <a:xfrm>
            <a:off x="731520" y="4754880"/>
            <a:ext cx="10698480" cy="822960"/>
          </a:xfrm>
          <a:prstGeom prst="rect">
            <a:avLst/>
          </a:prstGeom>
          <a:noFill/>
          <a:ln/>
        </p:spPr>
        <p:txBody>
          <a:bodyPr wrap="square" lIns="0" tIns="0" rIns="0" bIns="0" rtlCol="0" anchor="ctr"/>
          <a:lstStyle/>
          <a:p>
            <a:pPr marL="0" indent="0" algn="ctr">
              <a:buNone/>
            </a:pPr>
            <a:r>
              <a:rPr lang="en-US" sz="2000" dirty="0">
                <a:solidFill>
                  <a:srgbClr val="1A1A2E"/>
                </a:solidFill>
                <a:latin typeface="Aptos Narrow" panose="020B0004020202020204" pitchFamily="34" charset="0"/>
                <a:ea typeface="Calibri" pitchFamily="34" charset="-122"/>
                <a:cs typeface="Calibri" pitchFamily="34" charset="-120"/>
              </a:rPr>
              <a:t>Goal: raise an early alert and stop only the test workload</a:t>
            </a:r>
            <a:endParaRPr lang="en-US" sz="2000" dirty="0">
              <a:latin typeface="Aptos Narrow" panose="020B00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0" y="109728"/>
            <a:ext cx="12188952" cy="320040"/>
          </a:xfrm>
          <a:prstGeom prst="rect">
            <a:avLst/>
          </a:prstGeom>
          <a:noFill/>
          <a:ln/>
        </p:spPr>
        <p:txBody>
          <a:bodyPr wrap="square" lIns="0" tIns="0" rIns="0" bIns="0" rtlCol="0" anchor="ctr"/>
          <a:lstStyle/>
          <a:p>
            <a:pPr marL="0" indent="0" algn="ctr">
              <a:buNone/>
            </a:pPr>
            <a:r>
              <a:rPr lang="en-US" sz="1400" b="1" dirty="0">
                <a:solidFill>
                  <a:srgbClr val="0000CC"/>
                </a:solidFill>
                <a:latin typeface="Calibri" pitchFamily="34" charset="0"/>
                <a:ea typeface="Calibri" pitchFamily="34" charset="-122"/>
                <a:cs typeface="Calibri" pitchFamily="34" charset="-120"/>
              </a:rPr>
              <a:t>AIORI 3     Background</a:t>
            </a:r>
            <a:endParaRPr lang="en-US" sz="1400" dirty="0"/>
          </a:p>
        </p:txBody>
      </p:sp>
      <p:pic>
        <p:nvPicPr>
          <p:cNvPr id="3" name="Image 0" descr="/home/claude/w/aiori_logo.png"/>
          <p:cNvPicPr>
            <a:picLocks noChangeAspect="1"/>
          </p:cNvPicPr>
          <p:nvPr/>
        </p:nvPicPr>
        <p:blipFill>
          <a:blip r:embed="rId3"/>
          <a:stretch>
            <a:fillRect/>
          </a:stretch>
        </p:blipFill>
        <p:spPr>
          <a:xfrm>
            <a:off x="11045952" y="457200"/>
            <a:ext cx="594360" cy="594360"/>
          </a:xfrm>
          <a:prstGeom prst="rect">
            <a:avLst/>
          </a:prstGeom>
        </p:spPr>
      </p:pic>
      <p:sp>
        <p:nvSpPr>
          <p:cNvPr id="4" name="Text 1"/>
          <p:cNvSpPr txBox="1"/>
          <p:nvPr/>
        </p:nvSpPr>
        <p:spPr>
          <a:xfrm>
            <a:off x="548640" y="502920"/>
            <a:ext cx="10424160" cy="685800"/>
          </a:xfrm>
          <a:prstGeom prst="rect">
            <a:avLst/>
          </a:prstGeom>
          <a:noFill/>
          <a:ln/>
        </p:spPr>
        <p:txBody>
          <a:bodyPr wrap="square" lIns="0" tIns="0" rIns="0" bIns="0" rtlCol="0" anchor="ctr"/>
          <a:lstStyle/>
          <a:p>
            <a:pPr marL="0" indent="0">
              <a:buNone/>
            </a:pPr>
            <a:r>
              <a:rPr lang="en-US" sz="3400" b="1" dirty="0">
                <a:solidFill>
                  <a:srgbClr val="0000CC"/>
                </a:solidFill>
                <a:latin typeface="Gadugi" panose="020B0502040204020203" pitchFamily="34" charset="0"/>
                <a:ea typeface="Gadugi" panose="020B0502040204020203" pitchFamily="34" charset="0"/>
                <a:cs typeface="Calibri" pitchFamily="34" charset="-120"/>
              </a:rPr>
              <a:t>Background</a:t>
            </a:r>
            <a:endParaRPr lang="en-US" sz="3400" dirty="0">
              <a:latin typeface="Gadugi" panose="020B0502040204020203" pitchFamily="34" charset="0"/>
              <a:ea typeface="Gadugi" panose="020B0502040204020203" pitchFamily="34" charset="0"/>
            </a:endParaRPr>
          </a:p>
        </p:txBody>
      </p:sp>
      <p:sp>
        <p:nvSpPr>
          <p:cNvPr id="5" name="Shape 2"/>
          <p:cNvSpPr/>
          <p:nvPr/>
        </p:nvSpPr>
        <p:spPr>
          <a:xfrm>
            <a:off x="548640" y="1188720"/>
            <a:ext cx="11064240" cy="45720"/>
          </a:xfrm>
          <a:prstGeom prst="rect">
            <a:avLst/>
          </a:prstGeom>
          <a:solidFill>
            <a:srgbClr val="0000CC"/>
          </a:solidFill>
          <a:ln w="12700">
            <a:solidFill>
              <a:srgbClr val="0000CC"/>
            </a:solidFill>
            <a:prstDash val="solid"/>
          </a:ln>
        </p:spPr>
        <p:txBody>
          <a:bodyPr/>
          <a:lstStyle/>
          <a:p>
            <a:endParaRPr/>
          </a:p>
        </p:txBody>
      </p:sp>
      <p:sp>
        <p:nvSpPr>
          <p:cNvPr id="6" name="Text 3"/>
          <p:cNvSpPr txBox="1"/>
          <p:nvPr/>
        </p:nvSpPr>
        <p:spPr>
          <a:xfrm>
            <a:off x="548640" y="6355080"/>
            <a:ext cx="7315200" cy="320040"/>
          </a:xfrm>
          <a:prstGeom prst="rect">
            <a:avLst/>
          </a:prstGeom>
          <a:noFill/>
          <a:ln/>
        </p:spPr>
        <p:txBody>
          <a:bodyPr wrap="square" lIns="0" tIns="0" rIns="0" bIns="0" rtlCol="0" anchor="ctr"/>
          <a:lstStyle/>
          <a:p>
            <a:pPr marL="0" indent="0">
              <a:buNone/>
            </a:pPr>
            <a:r>
              <a:rPr lang="en-US" sz="1200" dirty="0">
                <a:solidFill>
                  <a:srgbClr val="0000CC"/>
                </a:solidFill>
                <a:latin typeface="Calibri" pitchFamily="34" charset="0"/>
                <a:ea typeface="Calibri" pitchFamily="34" charset="-122"/>
                <a:cs typeface="Calibri" pitchFamily="34" charset="-120"/>
              </a:rPr>
              <a:t>S. Maiti et al. • </a:t>
            </a:r>
            <a:r>
              <a:rPr lang="en-US" sz="1200" b="1" dirty="0">
                <a:solidFill>
                  <a:srgbClr val="0000CC"/>
                </a:solidFill>
                <a:latin typeface="Calibri" pitchFamily="34" charset="0"/>
                <a:ea typeface="Calibri" pitchFamily="34" charset="-122"/>
                <a:cs typeface="Calibri" pitchFamily="34" charset="-120"/>
              </a:rPr>
              <a:t>A3-PS001-TC171</a:t>
            </a:r>
            <a:r>
              <a:rPr lang="en-US" sz="1200" dirty="0">
                <a:solidFill>
                  <a:srgbClr val="0000CC"/>
                </a:solidFill>
                <a:latin typeface="Calibri" pitchFamily="34" charset="0"/>
                <a:ea typeface="Calibri" pitchFamily="34" charset="-122"/>
                <a:cs typeface="Calibri" pitchFamily="34" charset="-120"/>
              </a:rPr>
              <a:t> • October 5, 2026</a:t>
            </a:r>
            <a:endParaRPr lang="en-US" sz="1200" dirty="0"/>
          </a:p>
        </p:txBody>
      </p:sp>
      <p:sp>
        <p:nvSpPr>
          <p:cNvPr id="7" name="Text 4"/>
          <p:cNvSpPr txBox="1"/>
          <p:nvPr/>
        </p:nvSpPr>
        <p:spPr>
          <a:xfrm>
            <a:off x="10698480" y="6355080"/>
            <a:ext cx="941832" cy="320040"/>
          </a:xfrm>
          <a:prstGeom prst="rect">
            <a:avLst/>
          </a:prstGeom>
          <a:noFill/>
          <a:ln/>
        </p:spPr>
        <p:txBody>
          <a:bodyPr wrap="square" lIns="0" tIns="0" rIns="0" bIns="0" rtlCol="0" anchor="ctr"/>
          <a:lstStyle/>
          <a:p>
            <a:pPr marL="0" indent="0" algn="r">
              <a:buNone/>
            </a:pPr>
            <a:r>
              <a:rPr lang="en-US" sz="1200" dirty="0">
                <a:solidFill>
                  <a:srgbClr val="0000CC"/>
                </a:solidFill>
                <a:latin typeface="Calibri" pitchFamily="34" charset="0"/>
                <a:ea typeface="Calibri" pitchFamily="34" charset="-122"/>
                <a:cs typeface="Calibri" pitchFamily="34" charset="-120"/>
              </a:rPr>
              <a:t>4 / 12</a:t>
            </a:r>
            <a:endParaRPr lang="en-US" sz="1200" dirty="0"/>
          </a:p>
        </p:txBody>
      </p:sp>
      <p:sp>
        <p:nvSpPr>
          <p:cNvPr id="8" name="Shape 5"/>
          <p:cNvSpPr/>
          <p:nvPr/>
        </p:nvSpPr>
        <p:spPr>
          <a:xfrm>
            <a:off x="0" y="6784848"/>
            <a:ext cx="4064000" cy="73152"/>
          </a:xfrm>
          <a:prstGeom prst="rect">
            <a:avLst/>
          </a:prstGeom>
          <a:solidFill>
            <a:srgbClr val="E3EBFF"/>
          </a:solidFill>
          <a:ln w="12700">
            <a:solidFill>
              <a:srgbClr val="E3EBFF"/>
            </a:solidFill>
            <a:prstDash val="solid"/>
          </a:ln>
        </p:spPr>
        <p:txBody>
          <a:bodyPr/>
          <a:lstStyle/>
          <a:p>
            <a:endParaRPr/>
          </a:p>
        </p:txBody>
      </p:sp>
      <p:sp>
        <p:nvSpPr>
          <p:cNvPr id="9" name="Shape 6"/>
          <p:cNvSpPr/>
          <p:nvPr/>
        </p:nvSpPr>
        <p:spPr>
          <a:xfrm>
            <a:off x="0" y="6784848"/>
            <a:ext cx="4064000" cy="73152"/>
          </a:xfrm>
          <a:prstGeom prst="rect">
            <a:avLst/>
          </a:prstGeom>
          <a:solidFill>
            <a:srgbClr val="0000CC"/>
          </a:solidFill>
          <a:ln w="12700">
            <a:solidFill>
              <a:srgbClr val="0000CC"/>
            </a:solidFill>
            <a:prstDash val="solid"/>
          </a:ln>
        </p:spPr>
        <p:txBody>
          <a:bodyPr/>
          <a:lstStyle/>
          <a:p>
            <a:endParaRPr/>
          </a:p>
        </p:txBody>
      </p:sp>
      <p:sp>
        <p:nvSpPr>
          <p:cNvPr id="11" name="Shape 7"/>
          <p:cNvSpPr/>
          <p:nvPr/>
        </p:nvSpPr>
        <p:spPr>
          <a:xfrm>
            <a:off x="548640" y="1508760"/>
            <a:ext cx="11064240" cy="2103120"/>
          </a:xfrm>
          <a:prstGeom prst="roundRect">
            <a:avLst>
              <a:gd name="adj" fmla="val 5217"/>
            </a:avLst>
          </a:prstGeom>
          <a:solidFill>
            <a:srgbClr val="E3EBFF"/>
          </a:solidFill>
          <a:ln w="19050">
            <a:solidFill>
              <a:srgbClr val="B9C9F5"/>
            </a:solidFill>
            <a:prstDash val="solid"/>
          </a:ln>
        </p:spPr>
        <p:txBody>
          <a:bodyPr/>
          <a:lstStyle/>
          <a:p>
            <a:endParaRPr/>
          </a:p>
        </p:txBody>
      </p:sp>
      <p:sp>
        <p:nvSpPr>
          <p:cNvPr id="12" name="Text 8"/>
          <p:cNvSpPr txBox="1"/>
          <p:nvPr/>
        </p:nvSpPr>
        <p:spPr>
          <a:xfrm>
            <a:off x="731520" y="1554480"/>
            <a:ext cx="5486400" cy="411480"/>
          </a:xfrm>
          <a:prstGeom prst="rect">
            <a:avLst/>
          </a:prstGeom>
          <a:noFill/>
          <a:ln/>
        </p:spPr>
        <p:txBody>
          <a:bodyPr wrap="square" lIns="0" tIns="0" rIns="0" bIns="0" rtlCol="0" anchor="ctr"/>
          <a:lstStyle/>
          <a:p>
            <a:pPr marL="0" indent="0" algn="l">
              <a:buNone/>
            </a:pPr>
            <a:r>
              <a:rPr lang="en-US" sz="1800" b="1" dirty="0">
                <a:solidFill>
                  <a:srgbClr val="0000CC"/>
                </a:solidFill>
                <a:latin typeface="Aptos Narrow" panose="020B0004020202020204" pitchFamily="34" charset="0"/>
                <a:ea typeface="Calibri" pitchFamily="34" charset="-122"/>
                <a:cs typeface="Calibri" pitchFamily="34" charset="-120"/>
              </a:rPr>
              <a:t>Ransomware file-system pattern</a:t>
            </a:r>
            <a:endParaRPr lang="en-US" sz="1800" dirty="0">
              <a:latin typeface="Aptos Narrow" panose="020B0004020202020204" pitchFamily="34" charset="0"/>
            </a:endParaRPr>
          </a:p>
        </p:txBody>
      </p:sp>
      <p:sp>
        <p:nvSpPr>
          <p:cNvPr id="13" name="Shape 9"/>
          <p:cNvSpPr/>
          <p:nvPr/>
        </p:nvSpPr>
        <p:spPr>
          <a:xfrm>
            <a:off x="822960" y="2194560"/>
            <a:ext cx="2011680" cy="1097280"/>
          </a:xfrm>
          <a:prstGeom prst="roundRect">
            <a:avLst>
              <a:gd name="adj" fmla="val 10000"/>
            </a:avLst>
          </a:prstGeom>
          <a:solidFill>
            <a:srgbClr val="FFF1DE"/>
          </a:solidFill>
          <a:ln w="19050">
            <a:solidFill>
              <a:srgbClr val="F2CF9E"/>
            </a:solidFill>
            <a:prstDash val="solid"/>
          </a:ln>
        </p:spPr>
        <p:txBody>
          <a:bodyPr/>
          <a:lstStyle/>
          <a:p>
            <a:endParaRPr/>
          </a:p>
        </p:txBody>
      </p:sp>
      <p:sp>
        <p:nvSpPr>
          <p:cNvPr id="14" name="Text 10"/>
          <p:cNvSpPr txBox="1"/>
          <p:nvPr/>
        </p:nvSpPr>
        <p:spPr>
          <a:xfrm>
            <a:off x="896112" y="2194560"/>
            <a:ext cx="1865376" cy="1097280"/>
          </a:xfrm>
          <a:prstGeom prst="rect">
            <a:avLst/>
          </a:prstGeom>
          <a:noFill/>
          <a:ln/>
        </p:spPr>
        <p:txBody>
          <a:bodyPr wrap="square" lIns="0" tIns="0" rIns="0" bIns="0" rtlCol="0" anchor="ctr"/>
          <a:lstStyle/>
          <a:p>
            <a:pPr marL="0" indent="0" algn="ctr">
              <a:buNone/>
            </a:pPr>
            <a:r>
              <a:rPr lang="en-US" sz="2000" b="1" dirty="0">
                <a:solidFill>
                  <a:srgbClr val="1A1A2E"/>
                </a:solidFill>
                <a:latin typeface="Calibri" pitchFamily="34" charset="0"/>
                <a:ea typeface="Calibri" pitchFamily="34" charset="-122"/>
                <a:cs typeface="Calibri" pitchFamily="34" charset="-120"/>
              </a:rPr>
              <a:t>open</a:t>
            </a:r>
            <a:endParaRPr lang="en-US" sz="2000" dirty="0"/>
          </a:p>
        </p:txBody>
      </p:sp>
      <p:sp>
        <p:nvSpPr>
          <p:cNvPr id="15" name="Shape 11"/>
          <p:cNvSpPr/>
          <p:nvPr/>
        </p:nvSpPr>
        <p:spPr>
          <a:xfrm>
            <a:off x="2880360" y="2743200"/>
            <a:ext cx="594360" cy="0"/>
          </a:xfrm>
          <a:prstGeom prst="line">
            <a:avLst/>
          </a:prstGeom>
          <a:noFill/>
          <a:ln w="25400">
            <a:solidFill>
              <a:srgbClr val="0000CC"/>
            </a:solidFill>
            <a:prstDash val="solid"/>
            <a:tailEnd type="triangle"/>
          </a:ln>
        </p:spPr>
        <p:txBody>
          <a:bodyPr/>
          <a:lstStyle/>
          <a:p>
            <a:endParaRPr/>
          </a:p>
        </p:txBody>
      </p:sp>
      <p:sp>
        <p:nvSpPr>
          <p:cNvPr id="16" name="Shape 12"/>
          <p:cNvSpPr/>
          <p:nvPr/>
        </p:nvSpPr>
        <p:spPr>
          <a:xfrm>
            <a:off x="3520440" y="2194560"/>
            <a:ext cx="2011680" cy="1097280"/>
          </a:xfrm>
          <a:prstGeom prst="roundRect">
            <a:avLst>
              <a:gd name="adj" fmla="val 10000"/>
            </a:avLst>
          </a:prstGeom>
          <a:solidFill>
            <a:srgbClr val="FFF1DE"/>
          </a:solidFill>
          <a:ln w="19050">
            <a:solidFill>
              <a:srgbClr val="F2CF9E"/>
            </a:solidFill>
            <a:prstDash val="solid"/>
          </a:ln>
        </p:spPr>
        <p:txBody>
          <a:bodyPr/>
          <a:lstStyle/>
          <a:p>
            <a:endParaRPr/>
          </a:p>
        </p:txBody>
      </p:sp>
      <p:sp>
        <p:nvSpPr>
          <p:cNvPr id="17" name="Text 13"/>
          <p:cNvSpPr txBox="1"/>
          <p:nvPr/>
        </p:nvSpPr>
        <p:spPr>
          <a:xfrm>
            <a:off x="3593592" y="2194560"/>
            <a:ext cx="1865376" cy="1097280"/>
          </a:xfrm>
          <a:prstGeom prst="rect">
            <a:avLst/>
          </a:prstGeom>
          <a:noFill/>
          <a:ln/>
        </p:spPr>
        <p:txBody>
          <a:bodyPr wrap="square" lIns="0" tIns="0" rIns="0" bIns="0" rtlCol="0" anchor="ctr"/>
          <a:lstStyle/>
          <a:p>
            <a:pPr marL="0" indent="0" algn="ctr">
              <a:buNone/>
            </a:pPr>
            <a:r>
              <a:rPr lang="en-US" sz="2000" b="1" dirty="0">
                <a:solidFill>
                  <a:srgbClr val="1A1A2E"/>
                </a:solidFill>
                <a:latin typeface="Calibri" pitchFamily="34" charset="0"/>
                <a:ea typeface="Calibri" pitchFamily="34" charset="-122"/>
                <a:cs typeface="Calibri" pitchFamily="34" charset="-120"/>
              </a:rPr>
              <a:t>write</a:t>
            </a:r>
            <a:endParaRPr lang="en-US" sz="2000" dirty="0"/>
          </a:p>
        </p:txBody>
      </p:sp>
      <p:sp>
        <p:nvSpPr>
          <p:cNvPr id="18" name="Shape 14"/>
          <p:cNvSpPr/>
          <p:nvPr/>
        </p:nvSpPr>
        <p:spPr>
          <a:xfrm>
            <a:off x="5577840" y="2743200"/>
            <a:ext cx="594360" cy="0"/>
          </a:xfrm>
          <a:prstGeom prst="line">
            <a:avLst/>
          </a:prstGeom>
          <a:noFill/>
          <a:ln w="25400">
            <a:solidFill>
              <a:srgbClr val="0000CC"/>
            </a:solidFill>
            <a:prstDash val="solid"/>
            <a:tailEnd type="triangle"/>
          </a:ln>
        </p:spPr>
        <p:txBody>
          <a:bodyPr/>
          <a:lstStyle/>
          <a:p>
            <a:endParaRPr/>
          </a:p>
        </p:txBody>
      </p:sp>
      <p:sp>
        <p:nvSpPr>
          <p:cNvPr id="19" name="Shape 15"/>
          <p:cNvSpPr/>
          <p:nvPr/>
        </p:nvSpPr>
        <p:spPr>
          <a:xfrm>
            <a:off x="6217920" y="2194560"/>
            <a:ext cx="2011680" cy="1097280"/>
          </a:xfrm>
          <a:prstGeom prst="roundRect">
            <a:avLst>
              <a:gd name="adj" fmla="val 10000"/>
            </a:avLst>
          </a:prstGeom>
          <a:solidFill>
            <a:srgbClr val="FDE7E7"/>
          </a:solidFill>
          <a:ln w="19050">
            <a:solidFill>
              <a:srgbClr val="EFB4B4"/>
            </a:solidFill>
            <a:prstDash val="solid"/>
          </a:ln>
        </p:spPr>
        <p:txBody>
          <a:bodyPr/>
          <a:lstStyle/>
          <a:p>
            <a:endParaRPr/>
          </a:p>
        </p:txBody>
      </p:sp>
      <p:sp>
        <p:nvSpPr>
          <p:cNvPr id="20" name="Text 16"/>
          <p:cNvSpPr txBox="1"/>
          <p:nvPr/>
        </p:nvSpPr>
        <p:spPr>
          <a:xfrm>
            <a:off x="6291072" y="2194560"/>
            <a:ext cx="1865376" cy="1097280"/>
          </a:xfrm>
          <a:prstGeom prst="rect">
            <a:avLst/>
          </a:prstGeom>
          <a:noFill/>
          <a:ln/>
        </p:spPr>
        <p:txBody>
          <a:bodyPr wrap="square" lIns="0" tIns="0" rIns="0" bIns="0" rtlCol="0" anchor="ctr"/>
          <a:lstStyle/>
          <a:p>
            <a:pPr marL="0" indent="0" algn="ctr">
              <a:buNone/>
            </a:pPr>
            <a:r>
              <a:rPr lang="en-US" sz="2000" b="1" dirty="0">
                <a:solidFill>
                  <a:srgbClr val="1A1A2E"/>
                </a:solidFill>
                <a:latin typeface="Calibri" pitchFamily="34" charset="0"/>
                <a:ea typeface="Calibri" pitchFamily="34" charset="-122"/>
                <a:cs typeface="Calibri" pitchFamily="34" charset="-120"/>
              </a:rPr>
              <a:t>rename </a:t>
            </a:r>
            <a:r>
              <a:rPr lang="en-IN" sz="2000" b="1" dirty="0">
                <a:solidFill>
                  <a:srgbClr val="1A1A2E"/>
                </a:solidFill>
                <a:latin typeface="Times New Roman" panose="02020603050405020304" pitchFamily="18" charset="0"/>
                <a:ea typeface="Calibri" pitchFamily="34" charset="-122"/>
                <a:cs typeface="Times New Roman" panose="02020603050405020304" pitchFamily="18" charset="0"/>
              </a:rPr>
              <a:t>→</a:t>
            </a:r>
            <a:r>
              <a:rPr lang="en-US" sz="2000" b="1" dirty="0">
                <a:solidFill>
                  <a:srgbClr val="1A1A2E"/>
                </a:solidFill>
                <a:latin typeface="Calibri" pitchFamily="34" charset="0"/>
                <a:ea typeface="Calibri" pitchFamily="34" charset="-122"/>
                <a:cs typeface="Calibri" pitchFamily="34" charset="-120"/>
              </a:rPr>
              <a:t>.enc</a:t>
            </a:r>
            <a:endParaRPr lang="en-US" sz="2000" dirty="0"/>
          </a:p>
        </p:txBody>
      </p:sp>
      <p:sp>
        <p:nvSpPr>
          <p:cNvPr id="21" name="Shape 17"/>
          <p:cNvSpPr/>
          <p:nvPr/>
        </p:nvSpPr>
        <p:spPr>
          <a:xfrm>
            <a:off x="8275320" y="2743200"/>
            <a:ext cx="594360" cy="0"/>
          </a:xfrm>
          <a:prstGeom prst="line">
            <a:avLst/>
          </a:prstGeom>
          <a:noFill/>
          <a:ln w="25400">
            <a:solidFill>
              <a:srgbClr val="0000CC"/>
            </a:solidFill>
            <a:prstDash val="solid"/>
            <a:tailEnd type="triangle"/>
          </a:ln>
        </p:spPr>
        <p:txBody>
          <a:bodyPr/>
          <a:lstStyle/>
          <a:p>
            <a:endParaRPr/>
          </a:p>
        </p:txBody>
      </p:sp>
      <p:sp>
        <p:nvSpPr>
          <p:cNvPr id="22" name="Shape 18"/>
          <p:cNvSpPr/>
          <p:nvPr/>
        </p:nvSpPr>
        <p:spPr>
          <a:xfrm>
            <a:off x="8915400" y="2194560"/>
            <a:ext cx="2011680" cy="1097280"/>
          </a:xfrm>
          <a:prstGeom prst="roundRect">
            <a:avLst>
              <a:gd name="adj" fmla="val 10000"/>
            </a:avLst>
          </a:prstGeom>
          <a:solidFill>
            <a:srgbClr val="EFE6FB"/>
          </a:solidFill>
          <a:ln w="19050">
            <a:solidFill>
              <a:srgbClr val="CDB8ED"/>
            </a:solidFill>
            <a:prstDash val="solid"/>
          </a:ln>
        </p:spPr>
        <p:txBody>
          <a:bodyPr/>
          <a:lstStyle/>
          <a:p>
            <a:endParaRPr/>
          </a:p>
        </p:txBody>
      </p:sp>
      <p:sp>
        <p:nvSpPr>
          <p:cNvPr id="23" name="Text 19"/>
          <p:cNvSpPr txBox="1"/>
          <p:nvPr/>
        </p:nvSpPr>
        <p:spPr>
          <a:xfrm>
            <a:off x="8988552" y="2194560"/>
            <a:ext cx="1865376" cy="1097280"/>
          </a:xfrm>
          <a:prstGeom prst="rect">
            <a:avLst/>
          </a:prstGeom>
          <a:noFill/>
          <a:ln/>
        </p:spPr>
        <p:txBody>
          <a:bodyPr wrap="square" lIns="0" tIns="0" rIns="0" bIns="0" rtlCol="0" anchor="ctr"/>
          <a:lstStyle/>
          <a:p>
            <a:pPr marL="0" indent="0" algn="ctr">
              <a:buNone/>
            </a:pPr>
            <a:r>
              <a:rPr lang="en-US" sz="2000" b="1" dirty="0">
                <a:solidFill>
                  <a:srgbClr val="1A1A2E"/>
                </a:solidFill>
                <a:latin typeface="Calibri" pitchFamily="34" charset="0"/>
                <a:ea typeface="Calibri" pitchFamily="34" charset="-122"/>
                <a:cs typeface="Calibri" pitchFamily="34" charset="-120"/>
              </a:rPr>
              <a:t>repeat fast</a:t>
            </a:r>
            <a:endParaRPr lang="en-US" sz="2000" dirty="0"/>
          </a:p>
        </p:txBody>
      </p:sp>
      <p:sp>
        <p:nvSpPr>
          <p:cNvPr id="24" name="Shape 20"/>
          <p:cNvSpPr/>
          <p:nvPr/>
        </p:nvSpPr>
        <p:spPr>
          <a:xfrm>
            <a:off x="548640" y="3931920"/>
            <a:ext cx="5120640" cy="1188720"/>
          </a:xfrm>
          <a:prstGeom prst="roundRect">
            <a:avLst>
              <a:gd name="adj" fmla="val 9231"/>
            </a:avLst>
          </a:prstGeom>
          <a:solidFill>
            <a:srgbClr val="E3EBFF"/>
          </a:solidFill>
          <a:ln w="19050">
            <a:solidFill>
              <a:srgbClr val="B9C9F5"/>
            </a:solidFill>
            <a:prstDash val="solid"/>
          </a:ln>
        </p:spPr>
        <p:txBody>
          <a:bodyPr/>
          <a:lstStyle/>
          <a:p>
            <a:endParaRPr/>
          </a:p>
        </p:txBody>
      </p:sp>
      <p:sp>
        <p:nvSpPr>
          <p:cNvPr id="25" name="Text 21"/>
          <p:cNvSpPr txBox="1"/>
          <p:nvPr/>
        </p:nvSpPr>
        <p:spPr>
          <a:xfrm>
            <a:off x="621792" y="3931920"/>
            <a:ext cx="4974336" cy="1188720"/>
          </a:xfrm>
          <a:prstGeom prst="rect">
            <a:avLst/>
          </a:prstGeom>
          <a:noFill/>
          <a:ln/>
        </p:spPr>
        <p:txBody>
          <a:bodyPr wrap="square" lIns="0" tIns="0" rIns="0" bIns="0" rtlCol="0" anchor="ctr"/>
          <a:lstStyle/>
          <a:p>
            <a:pPr marL="0" indent="0" algn="ctr">
              <a:buNone/>
            </a:pPr>
            <a:r>
              <a:rPr lang="en-US" b="1" dirty="0">
                <a:solidFill>
                  <a:srgbClr val="1A1A2E"/>
                </a:solidFill>
                <a:latin typeface="Segoe UI" panose="020B0502040204020203" pitchFamily="34" charset="0"/>
                <a:ea typeface="Calibri" panose="020F0502020204030204" pitchFamily="34" charset="0"/>
                <a:cs typeface="Segoe UI" panose="020B0502040204020203" pitchFamily="34" charset="0"/>
              </a:rPr>
              <a:t>Android sandbox</a:t>
            </a:r>
            <a:endParaRPr lang="en-US" dirty="0">
              <a:latin typeface="Segoe UI" panose="020B0502040204020203" pitchFamily="34" charset="0"/>
              <a:ea typeface="Calibri" panose="020F0502020204030204" pitchFamily="34" charset="0"/>
              <a:cs typeface="Segoe UI" panose="020B0502040204020203" pitchFamily="34" charset="0"/>
            </a:endParaRPr>
          </a:p>
          <a:p>
            <a:pPr marL="0" indent="0" algn="ctr">
              <a:buNone/>
            </a:pPr>
            <a:r>
              <a:rPr lang="en-US" sz="1600" dirty="0">
                <a:solidFill>
                  <a:srgbClr val="444444"/>
                </a:solidFill>
                <a:latin typeface="Segoe UI" panose="020B0502040204020203" pitchFamily="34" charset="0"/>
                <a:ea typeface="Calibri" panose="020F0502020204030204" pitchFamily="34" charset="0"/>
                <a:cs typeface="Segoe UI" panose="020B0502040204020203" pitchFamily="34" charset="0"/>
              </a:rPr>
              <a:t>An app cannot read another app's memory.</a:t>
            </a:r>
            <a:endParaRPr lang="en-US" sz="2000" dirty="0">
              <a:latin typeface="Segoe UI" panose="020B0502040204020203" pitchFamily="34" charset="0"/>
              <a:ea typeface="Calibri" panose="020F0502020204030204" pitchFamily="34" charset="0"/>
              <a:cs typeface="Segoe UI" panose="020B0502040204020203" pitchFamily="34" charset="0"/>
            </a:endParaRPr>
          </a:p>
        </p:txBody>
      </p:sp>
      <p:sp>
        <p:nvSpPr>
          <p:cNvPr id="26" name="Text 22"/>
          <p:cNvSpPr txBox="1"/>
          <p:nvPr/>
        </p:nvSpPr>
        <p:spPr>
          <a:xfrm>
            <a:off x="5669280" y="3931920"/>
            <a:ext cx="822960" cy="1188720"/>
          </a:xfrm>
          <a:prstGeom prst="rect">
            <a:avLst/>
          </a:prstGeom>
          <a:noFill/>
          <a:ln/>
        </p:spPr>
        <p:txBody>
          <a:bodyPr wrap="square" lIns="0" tIns="0" rIns="0" bIns="0" rtlCol="0" anchor="ctr"/>
          <a:lstStyle/>
          <a:p>
            <a:pPr marL="0" indent="0" algn="ctr">
              <a:buNone/>
            </a:pPr>
            <a:r>
              <a:rPr lang="en-US" sz="3600" b="1" dirty="0">
                <a:solidFill>
                  <a:srgbClr val="0000CC"/>
                </a:solidFill>
                <a:latin typeface="Calibri" pitchFamily="34" charset="0"/>
                <a:ea typeface="Calibri" pitchFamily="34" charset="-122"/>
                <a:cs typeface="Calibri" pitchFamily="34" charset="-120"/>
              </a:rPr>
              <a:t>⇒</a:t>
            </a:r>
            <a:endParaRPr lang="en-US" sz="3600" dirty="0"/>
          </a:p>
        </p:txBody>
      </p:sp>
      <p:sp>
        <p:nvSpPr>
          <p:cNvPr id="27" name="Shape 23"/>
          <p:cNvSpPr/>
          <p:nvPr/>
        </p:nvSpPr>
        <p:spPr>
          <a:xfrm>
            <a:off x="6492240" y="3931920"/>
            <a:ext cx="5120640" cy="1188720"/>
          </a:xfrm>
          <a:prstGeom prst="roundRect">
            <a:avLst>
              <a:gd name="adj" fmla="val 9231"/>
            </a:avLst>
          </a:prstGeom>
          <a:solidFill>
            <a:srgbClr val="E4F5E8"/>
          </a:solidFill>
          <a:ln w="19050">
            <a:solidFill>
              <a:srgbClr val="A9D9B5"/>
            </a:solidFill>
            <a:prstDash val="solid"/>
          </a:ln>
        </p:spPr>
        <p:txBody>
          <a:bodyPr/>
          <a:lstStyle/>
          <a:p>
            <a:endParaRPr/>
          </a:p>
        </p:txBody>
      </p:sp>
      <p:sp>
        <p:nvSpPr>
          <p:cNvPr id="28" name="Text 24"/>
          <p:cNvSpPr txBox="1"/>
          <p:nvPr/>
        </p:nvSpPr>
        <p:spPr>
          <a:xfrm>
            <a:off x="6565392" y="3931920"/>
            <a:ext cx="4974336" cy="1188720"/>
          </a:xfrm>
          <a:prstGeom prst="rect">
            <a:avLst/>
          </a:prstGeom>
          <a:noFill/>
          <a:ln/>
        </p:spPr>
        <p:txBody>
          <a:bodyPr wrap="square" lIns="0" tIns="0" rIns="0" bIns="0" rtlCol="0" anchor="ctr"/>
          <a:lstStyle/>
          <a:p>
            <a:pPr marL="0" indent="0" algn="ctr">
              <a:buNone/>
            </a:pPr>
            <a:r>
              <a:rPr lang="en-US" b="1" dirty="0">
                <a:solidFill>
                  <a:srgbClr val="1A1A2E"/>
                </a:solidFill>
                <a:latin typeface="Segoe UI" panose="020B0502040204020203" pitchFamily="34" charset="0"/>
                <a:ea typeface="Calibri" pitchFamily="34" charset="-122"/>
                <a:cs typeface="Segoe UI" panose="020B0502040204020203" pitchFamily="34" charset="0"/>
              </a:rPr>
              <a:t>Our observation point</a:t>
            </a:r>
            <a:endParaRPr lang="en-US" dirty="0">
              <a:latin typeface="Segoe UI" panose="020B0502040204020203" pitchFamily="34" charset="0"/>
              <a:cs typeface="Segoe UI" panose="020B0502040204020203" pitchFamily="34" charset="0"/>
            </a:endParaRPr>
          </a:p>
          <a:p>
            <a:pPr marL="0" indent="0" algn="ctr">
              <a:buNone/>
            </a:pPr>
            <a:r>
              <a:rPr lang="en-US" sz="1600" dirty="0">
                <a:solidFill>
                  <a:srgbClr val="444444"/>
                </a:solidFill>
                <a:latin typeface="Segoe UI" panose="020B0502040204020203" pitchFamily="34" charset="0"/>
                <a:ea typeface="Calibri" pitchFamily="34" charset="-122"/>
                <a:cs typeface="Segoe UI" panose="020B0502040204020203" pitchFamily="34" charset="0"/>
              </a:rPr>
              <a:t>File renames inside one test directory.</a:t>
            </a:r>
            <a:endParaRPr lang="en-US" sz="2000" dirty="0">
              <a:latin typeface="Segoe UI" panose="020B0502040204020203" pitchFamily="34" charset="0"/>
              <a:cs typeface="Segoe UI" panose="020B0502040204020203" pitchFamily="34" charset="0"/>
            </a:endParaRPr>
          </a:p>
        </p:txBody>
      </p:sp>
      <p:sp>
        <p:nvSpPr>
          <p:cNvPr id="29" name="Shape 25"/>
          <p:cNvSpPr/>
          <p:nvPr/>
        </p:nvSpPr>
        <p:spPr>
          <a:xfrm>
            <a:off x="548640" y="5349240"/>
            <a:ext cx="11064240" cy="685800"/>
          </a:xfrm>
          <a:prstGeom prst="roundRect">
            <a:avLst>
              <a:gd name="adj" fmla="val 16000"/>
            </a:avLst>
          </a:prstGeom>
          <a:solidFill>
            <a:srgbClr val="EFE6FB"/>
          </a:solidFill>
          <a:ln w="19050">
            <a:solidFill>
              <a:srgbClr val="CDB8ED"/>
            </a:solidFill>
            <a:prstDash val="solid"/>
          </a:ln>
        </p:spPr>
        <p:txBody>
          <a:bodyPr/>
          <a:lstStyle/>
          <a:p>
            <a:endParaRPr/>
          </a:p>
        </p:txBody>
      </p:sp>
      <p:sp>
        <p:nvSpPr>
          <p:cNvPr id="30" name="Text 26"/>
          <p:cNvSpPr txBox="1"/>
          <p:nvPr/>
        </p:nvSpPr>
        <p:spPr>
          <a:xfrm>
            <a:off x="731520" y="5349240"/>
            <a:ext cx="10698480" cy="685800"/>
          </a:xfrm>
          <a:prstGeom prst="rect">
            <a:avLst/>
          </a:prstGeom>
          <a:noFill/>
          <a:ln/>
        </p:spPr>
        <p:txBody>
          <a:bodyPr wrap="square" lIns="0" tIns="0" rIns="0" bIns="0" rtlCol="0" anchor="ctr"/>
          <a:lstStyle/>
          <a:p>
            <a:pPr marL="0" indent="0" algn="ctr">
              <a:buNone/>
            </a:pPr>
            <a:r>
              <a:rPr lang="en-US" sz="1600" dirty="0">
                <a:solidFill>
                  <a:srgbClr val="1A1A2E"/>
                </a:solidFill>
                <a:latin typeface="Aptos Narrow" panose="020B0004020202020204" pitchFamily="34" charset="0"/>
                <a:ea typeface="Calibri" pitchFamily="34" charset="-122"/>
                <a:cs typeface="Calibri" pitchFamily="34" charset="-120"/>
              </a:rPr>
              <a:t>Safe by design: emulator only • no real malware • no device-wide monitoring</a:t>
            </a:r>
            <a:endParaRPr lang="en-US" sz="1600" dirty="0">
              <a:latin typeface="Aptos Narrow" panose="020B00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0" y="109728"/>
            <a:ext cx="12188952" cy="320040"/>
          </a:xfrm>
          <a:prstGeom prst="rect">
            <a:avLst/>
          </a:prstGeom>
          <a:noFill/>
          <a:ln/>
        </p:spPr>
        <p:txBody>
          <a:bodyPr wrap="square" lIns="0" tIns="0" rIns="0" bIns="0" rtlCol="0" anchor="ctr"/>
          <a:lstStyle/>
          <a:p>
            <a:pPr marL="0" indent="0" algn="ctr">
              <a:buNone/>
            </a:pPr>
            <a:r>
              <a:rPr lang="en-US" sz="1400" b="1" dirty="0">
                <a:solidFill>
                  <a:srgbClr val="0000CC"/>
                </a:solidFill>
                <a:latin typeface="Calibri" pitchFamily="34" charset="0"/>
                <a:ea typeface="Calibri" pitchFamily="34" charset="-122"/>
                <a:cs typeface="Calibri" pitchFamily="34" charset="-120"/>
              </a:rPr>
              <a:t>AIORI 3     Literature &amp; RFC Review</a:t>
            </a:r>
            <a:endParaRPr lang="en-US" sz="1400" dirty="0"/>
          </a:p>
        </p:txBody>
      </p:sp>
      <p:pic>
        <p:nvPicPr>
          <p:cNvPr id="3" name="Image 0" descr="/home/claude/w/aiori_logo.png"/>
          <p:cNvPicPr>
            <a:picLocks noChangeAspect="1"/>
          </p:cNvPicPr>
          <p:nvPr/>
        </p:nvPicPr>
        <p:blipFill>
          <a:blip r:embed="rId3"/>
          <a:stretch>
            <a:fillRect/>
          </a:stretch>
        </p:blipFill>
        <p:spPr>
          <a:xfrm>
            <a:off x="11045952" y="493776"/>
            <a:ext cx="594360" cy="594360"/>
          </a:xfrm>
          <a:prstGeom prst="rect">
            <a:avLst/>
          </a:prstGeom>
        </p:spPr>
      </p:pic>
      <p:sp>
        <p:nvSpPr>
          <p:cNvPr id="4" name="Text 1"/>
          <p:cNvSpPr txBox="1"/>
          <p:nvPr/>
        </p:nvSpPr>
        <p:spPr>
          <a:xfrm>
            <a:off x="548640" y="502920"/>
            <a:ext cx="10424160" cy="685800"/>
          </a:xfrm>
          <a:prstGeom prst="rect">
            <a:avLst/>
          </a:prstGeom>
          <a:noFill/>
          <a:ln/>
        </p:spPr>
        <p:txBody>
          <a:bodyPr wrap="square" lIns="0" tIns="0" rIns="0" bIns="0" rtlCol="0" anchor="ctr"/>
          <a:lstStyle/>
          <a:p>
            <a:pPr marL="0" indent="0">
              <a:buNone/>
            </a:pPr>
            <a:r>
              <a:rPr lang="en-US" sz="3400" b="1" dirty="0">
                <a:solidFill>
                  <a:srgbClr val="0000CC"/>
                </a:solidFill>
                <a:latin typeface="Gadugi" panose="020B0502040204020203" pitchFamily="34" charset="0"/>
                <a:ea typeface="Gadugi" panose="020B0502040204020203" pitchFamily="34" charset="0"/>
                <a:cs typeface="Calibri" pitchFamily="34" charset="-120"/>
              </a:rPr>
              <a:t>Literature &amp; RFC Review</a:t>
            </a:r>
            <a:endParaRPr lang="en-US" sz="3400" dirty="0">
              <a:latin typeface="Gadugi" panose="020B0502040204020203" pitchFamily="34" charset="0"/>
              <a:ea typeface="Gadugi" panose="020B0502040204020203" pitchFamily="34" charset="0"/>
            </a:endParaRPr>
          </a:p>
        </p:txBody>
      </p:sp>
      <p:sp>
        <p:nvSpPr>
          <p:cNvPr id="6" name="Text 3"/>
          <p:cNvSpPr txBox="1"/>
          <p:nvPr/>
        </p:nvSpPr>
        <p:spPr>
          <a:xfrm>
            <a:off x="548640" y="6355080"/>
            <a:ext cx="7315200" cy="320040"/>
          </a:xfrm>
          <a:prstGeom prst="rect">
            <a:avLst/>
          </a:prstGeom>
          <a:noFill/>
          <a:ln/>
        </p:spPr>
        <p:txBody>
          <a:bodyPr wrap="square" lIns="0" tIns="0" rIns="0" bIns="0" rtlCol="0" anchor="ctr"/>
          <a:lstStyle/>
          <a:p>
            <a:pPr marL="0" indent="0">
              <a:buNone/>
            </a:pPr>
            <a:r>
              <a:rPr lang="en-US" sz="1200" dirty="0">
                <a:solidFill>
                  <a:srgbClr val="0000CC"/>
                </a:solidFill>
                <a:latin typeface="Calibri" pitchFamily="34" charset="0"/>
                <a:ea typeface="Calibri" pitchFamily="34" charset="-122"/>
                <a:cs typeface="Calibri" pitchFamily="34" charset="-120"/>
              </a:rPr>
              <a:t>S. Maiti et al. • </a:t>
            </a:r>
            <a:r>
              <a:rPr lang="en-US" sz="1200" b="1" dirty="0">
                <a:solidFill>
                  <a:srgbClr val="0000CC"/>
                </a:solidFill>
                <a:latin typeface="Calibri" pitchFamily="34" charset="0"/>
                <a:ea typeface="Calibri" pitchFamily="34" charset="-122"/>
                <a:cs typeface="Calibri" pitchFamily="34" charset="-120"/>
              </a:rPr>
              <a:t>A3-PS001-TC171</a:t>
            </a:r>
            <a:r>
              <a:rPr lang="en-US" sz="1200" dirty="0">
                <a:solidFill>
                  <a:srgbClr val="0000CC"/>
                </a:solidFill>
                <a:latin typeface="Calibri" pitchFamily="34" charset="0"/>
                <a:ea typeface="Calibri" pitchFamily="34" charset="-122"/>
                <a:cs typeface="Calibri" pitchFamily="34" charset="-120"/>
              </a:rPr>
              <a:t> • October 5, 2026</a:t>
            </a:r>
            <a:endParaRPr lang="en-US" sz="1200" dirty="0"/>
          </a:p>
        </p:txBody>
      </p:sp>
      <p:sp>
        <p:nvSpPr>
          <p:cNvPr id="7" name="Text 4"/>
          <p:cNvSpPr txBox="1"/>
          <p:nvPr/>
        </p:nvSpPr>
        <p:spPr>
          <a:xfrm>
            <a:off x="10698480" y="6355080"/>
            <a:ext cx="941832" cy="320040"/>
          </a:xfrm>
          <a:prstGeom prst="rect">
            <a:avLst/>
          </a:prstGeom>
          <a:noFill/>
          <a:ln/>
        </p:spPr>
        <p:txBody>
          <a:bodyPr wrap="square" lIns="0" tIns="0" rIns="0" bIns="0" rtlCol="0" anchor="ctr"/>
          <a:lstStyle/>
          <a:p>
            <a:pPr marL="0" indent="0" algn="r">
              <a:buNone/>
            </a:pPr>
            <a:r>
              <a:rPr lang="en-US" sz="1200" dirty="0">
                <a:solidFill>
                  <a:srgbClr val="0000CC"/>
                </a:solidFill>
                <a:latin typeface="Calibri" pitchFamily="34" charset="0"/>
                <a:ea typeface="Calibri" pitchFamily="34" charset="-122"/>
                <a:cs typeface="Calibri" pitchFamily="34" charset="-120"/>
              </a:rPr>
              <a:t>5 / 12</a:t>
            </a:r>
            <a:endParaRPr lang="en-US" sz="1200" dirty="0"/>
          </a:p>
        </p:txBody>
      </p:sp>
      <p:sp>
        <p:nvSpPr>
          <p:cNvPr id="8" name="Shape 5"/>
          <p:cNvSpPr/>
          <p:nvPr/>
        </p:nvSpPr>
        <p:spPr>
          <a:xfrm>
            <a:off x="0" y="6784848"/>
            <a:ext cx="5080000" cy="73152"/>
          </a:xfrm>
          <a:prstGeom prst="rect">
            <a:avLst/>
          </a:prstGeom>
          <a:solidFill>
            <a:srgbClr val="E3EBFF"/>
          </a:solidFill>
          <a:ln w="12700">
            <a:solidFill>
              <a:srgbClr val="E3EBFF"/>
            </a:solidFill>
            <a:prstDash val="solid"/>
          </a:ln>
        </p:spPr>
        <p:txBody>
          <a:bodyPr/>
          <a:lstStyle/>
          <a:p>
            <a:endParaRPr/>
          </a:p>
        </p:txBody>
      </p:sp>
      <p:sp>
        <p:nvSpPr>
          <p:cNvPr id="9" name="Shape 6"/>
          <p:cNvSpPr/>
          <p:nvPr/>
        </p:nvSpPr>
        <p:spPr>
          <a:xfrm>
            <a:off x="0" y="6784848"/>
            <a:ext cx="5080000" cy="73152"/>
          </a:xfrm>
          <a:prstGeom prst="rect">
            <a:avLst/>
          </a:prstGeom>
          <a:solidFill>
            <a:srgbClr val="0000CC"/>
          </a:solidFill>
          <a:ln w="12700">
            <a:solidFill>
              <a:srgbClr val="0000CC"/>
            </a:solidFill>
            <a:prstDash val="solid"/>
          </a:ln>
        </p:spPr>
        <p:txBody>
          <a:bodyPr/>
          <a:lstStyle/>
          <a:p>
            <a:endParaRPr/>
          </a:p>
        </p:txBody>
      </p:sp>
      <p:graphicFrame>
        <p:nvGraphicFramePr>
          <p:cNvPr id="10" name="Table 0"/>
          <p:cNvGraphicFramePr>
            <a:graphicFrameLocks noGrp="1"/>
          </p:cNvGraphicFramePr>
          <p:nvPr>
            <p:extLst>
              <p:ext uri="{D42A27DB-BD31-4B8C-83A1-F6EECF244321}">
                <p14:modId xmlns:p14="http://schemas.microsoft.com/office/powerpoint/2010/main" val="1377759441"/>
              </p:ext>
            </p:extLst>
          </p:nvPr>
        </p:nvGraphicFramePr>
        <p:xfrm>
          <a:off x="548640" y="1463040"/>
          <a:ext cx="11064240" cy="3200400"/>
        </p:xfrm>
        <a:graphic>
          <a:graphicData uri="http://schemas.openxmlformats.org/drawingml/2006/table">
            <a:tbl>
              <a:tblPr/>
              <a:tblGrid>
                <a:gridCol w="246888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457200">
                <a:tc>
                  <a:txBody>
                    <a:bodyPr/>
                    <a:lstStyle/>
                    <a:p>
                      <a:pPr marL="0" indent="0">
                        <a:buNone/>
                      </a:pPr>
                      <a:r>
                        <a:rPr lang="en-US" sz="1500" b="1" dirty="0">
                          <a:solidFill>
                            <a:srgbClr val="1A1A2E"/>
                          </a:solidFill>
                          <a:latin typeface="Segoe UI" panose="020B0502040204020203" pitchFamily="34" charset="0"/>
                          <a:ea typeface="Calibri" pitchFamily="34" charset="-122"/>
                          <a:cs typeface="Segoe UI" panose="020B0502040204020203" pitchFamily="34" charset="0"/>
                        </a:rPr>
                        <a:t>Work</a:t>
                      </a:r>
                      <a:endParaRPr lang="en-US" sz="15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DD9F7"/>
                    </a:solidFill>
                  </a:tcPr>
                </a:tc>
                <a:tc>
                  <a:txBody>
                    <a:bodyPr/>
                    <a:lstStyle/>
                    <a:p>
                      <a:pPr marL="0" indent="0">
                        <a:buNone/>
                      </a:pPr>
                      <a:r>
                        <a:rPr lang="en-US" sz="1500" b="1" dirty="0">
                          <a:solidFill>
                            <a:srgbClr val="1A1A2E"/>
                          </a:solidFill>
                          <a:latin typeface="Segoe UI" panose="020B0502040204020203" pitchFamily="34" charset="0"/>
                          <a:ea typeface="Calibri" pitchFamily="34" charset="-122"/>
                          <a:cs typeface="Segoe UI" panose="020B0502040204020203" pitchFamily="34" charset="0"/>
                        </a:rPr>
                        <a:t>Approach</a:t>
                      </a:r>
                      <a:endParaRPr lang="en-US" sz="15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DD9F7"/>
                    </a:solidFill>
                  </a:tcPr>
                </a:tc>
                <a:tc>
                  <a:txBody>
                    <a:bodyPr/>
                    <a:lstStyle/>
                    <a:p>
                      <a:pPr marL="0" indent="0">
                        <a:buNone/>
                      </a:pPr>
                      <a:r>
                        <a:rPr lang="en-US" sz="1500" b="1" dirty="0">
                          <a:solidFill>
                            <a:srgbClr val="1A1A2E"/>
                          </a:solidFill>
                          <a:latin typeface="Segoe UI" panose="020B0502040204020203" pitchFamily="34" charset="0"/>
                          <a:ea typeface="Calibri" pitchFamily="34" charset="-122"/>
                          <a:cs typeface="Segoe UI" panose="020B0502040204020203" pitchFamily="34" charset="0"/>
                        </a:rPr>
                        <a:t>Key signals</a:t>
                      </a:r>
                      <a:endParaRPr lang="en-US" sz="15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DD9F7"/>
                    </a:solidFill>
                  </a:tcPr>
                </a:tc>
                <a:extLst>
                  <a:ext uri="{0D108BD9-81ED-4DB2-BD59-A6C34878D82A}">
                    <a16:rowId xmlns:a16="http://schemas.microsoft.com/office/drawing/2014/main" val="10000"/>
                  </a:ext>
                </a:extLst>
              </a:tr>
              <a:tr h="457200">
                <a:tc>
                  <a:txBody>
                    <a:bodyPr/>
                    <a:lstStyle/>
                    <a:p>
                      <a:pPr marL="0" indent="0">
                        <a:buNone/>
                      </a:pPr>
                      <a:r>
                        <a:rPr lang="en-US" sz="1500" b="1" dirty="0">
                          <a:solidFill>
                            <a:srgbClr val="1A1A2E"/>
                          </a:solidFill>
                          <a:latin typeface="Segoe UI" panose="020B0502040204020203" pitchFamily="34" charset="0"/>
                          <a:ea typeface="Calibri" pitchFamily="34" charset="-122"/>
                          <a:cs typeface="Segoe UI" panose="020B0502040204020203" pitchFamily="34" charset="0"/>
                        </a:rPr>
                        <a:t>Signature antivirus</a:t>
                      </a:r>
                      <a:endParaRPr lang="en-US" sz="15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F"/>
                    </a:solidFill>
                  </a:tcPr>
                </a:tc>
                <a:tc>
                  <a:txBody>
                    <a:bodyPr/>
                    <a:lstStyle/>
                    <a:p>
                      <a:pPr marL="0" indent="0">
                        <a:buNone/>
                      </a:pPr>
                      <a:r>
                        <a:rPr lang="en-US" sz="1500" dirty="0">
                          <a:solidFill>
                            <a:srgbClr val="1A1A2E"/>
                          </a:solidFill>
                          <a:latin typeface="Segoe UI" panose="020B0502040204020203" pitchFamily="34" charset="0"/>
                          <a:ea typeface="Calibri" pitchFamily="34" charset="-122"/>
                          <a:cs typeface="Segoe UI" panose="020B0502040204020203" pitchFamily="34" charset="0"/>
                        </a:rPr>
                        <a:t>Match known binaries</a:t>
                      </a:r>
                      <a:endParaRPr lang="en-US" sz="15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DE7E7"/>
                    </a:solidFill>
                  </a:tcPr>
                </a:tc>
                <a:tc>
                  <a:txBody>
                    <a:bodyPr/>
                    <a:lstStyle/>
                    <a:p>
                      <a:pPr marL="0" indent="0">
                        <a:buNone/>
                      </a:pPr>
                      <a:r>
                        <a:rPr lang="en-US" sz="1500" dirty="0">
                          <a:solidFill>
                            <a:srgbClr val="1A1A2E"/>
                          </a:solidFill>
                          <a:latin typeface="Segoe UI" panose="020B0502040204020203" pitchFamily="34" charset="0"/>
                          <a:ea typeface="Calibri" pitchFamily="34" charset="-122"/>
                          <a:cs typeface="Segoe UI" panose="020B0502040204020203" pitchFamily="34" charset="0"/>
                        </a:rPr>
                        <a:t>Hashes and patterns</a:t>
                      </a:r>
                      <a:endParaRPr lang="en-US" sz="15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DE7E7"/>
                    </a:solidFill>
                  </a:tcPr>
                </a:tc>
                <a:extLst>
                  <a:ext uri="{0D108BD9-81ED-4DB2-BD59-A6C34878D82A}">
                    <a16:rowId xmlns:a16="http://schemas.microsoft.com/office/drawing/2014/main" val="10001"/>
                  </a:ext>
                </a:extLst>
              </a:tr>
              <a:tr h="457200">
                <a:tc>
                  <a:txBody>
                    <a:bodyPr/>
                    <a:lstStyle/>
                    <a:p>
                      <a:pPr marL="0" indent="0">
                        <a:buNone/>
                      </a:pPr>
                      <a:r>
                        <a:rPr lang="en-US" sz="1500" b="1" dirty="0">
                          <a:solidFill>
                            <a:srgbClr val="1A1A2E"/>
                          </a:solidFill>
                          <a:latin typeface="Segoe UI" panose="020B0502040204020203" pitchFamily="34" charset="0"/>
                          <a:ea typeface="Calibri" pitchFamily="34" charset="-122"/>
                          <a:cs typeface="Segoe UI" panose="020B0502040204020203" pitchFamily="34" charset="0"/>
                        </a:rPr>
                        <a:t>HelDroid [3]</a:t>
                      </a:r>
                      <a:endParaRPr lang="en-US" sz="15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F"/>
                    </a:solidFill>
                  </a:tcPr>
                </a:tc>
                <a:tc>
                  <a:txBody>
                    <a:bodyPr/>
                    <a:lstStyle/>
                    <a:p>
                      <a:pPr marL="0" indent="0">
                        <a:buNone/>
                      </a:pPr>
                      <a:r>
                        <a:rPr lang="en-US" sz="1500" dirty="0">
                          <a:solidFill>
                            <a:srgbClr val="1A1A2E"/>
                          </a:solidFill>
                          <a:latin typeface="Segoe UI" panose="020B0502040204020203" pitchFamily="34" charset="0"/>
                          <a:ea typeface="Calibri" pitchFamily="34" charset="-122"/>
                          <a:cs typeface="Segoe UI" panose="020B0502040204020203" pitchFamily="34" charset="0"/>
                        </a:rPr>
                        <a:t>Static analysis of mobile ransomware</a:t>
                      </a:r>
                      <a:endParaRPr lang="en-US" sz="15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F"/>
                    </a:solidFill>
                  </a:tcPr>
                </a:tc>
                <a:tc>
                  <a:txBody>
                    <a:bodyPr/>
                    <a:lstStyle/>
                    <a:p>
                      <a:pPr marL="0" indent="0">
                        <a:buNone/>
                      </a:pPr>
                      <a:r>
                        <a:rPr lang="en-US" sz="1500" dirty="0">
                          <a:solidFill>
                            <a:srgbClr val="1A1A2E"/>
                          </a:solidFill>
                          <a:latin typeface="Segoe UI" panose="020B0502040204020203" pitchFamily="34" charset="0"/>
                          <a:ea typeface="Calibri" pitchFamily="34" charset="-122"/>
                          <a:cs typeface="Segoe UI" panose="020B0502040204020203" pitchFamily="34" charset="0"/>
                        </a:rPr>
                        <a:t>Lock-screen, encryption and threat-text features</a:t>
                      </a:r>
                      <a:endParaRPr lang="en-US" sz="15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F"/>
                    </a:solidFill>
                  </a:tcPr>
                </a:tc>
                <a:extLst>
                  <a:ext uri="{0D108BD9-81ED-4DB2-BD59-A6C34878D82A}">
                    <a16:rowId xmlns:a16="http://schemas.microsoft.com/office/drawing/2014/main" val="10002"/>
                  </a:ext>
                </a:extLst>
              </a:tr>
              <a:tr h="457200">
                <a:tc>
                  <a:txBody>
                    <a:bodyPr/>
                    <a:lstStyle/>
                    <a:p>
                      <a:pPr marL="0" indent="0">
                        <a:buNone/>
                      </a:pPr>
                      <a:r>
                        <a:rPr lang="en-US" sz="1500" b="1" dirty="0">
                          <a:solidFill>
                            <a:srgbClr val="1A1A2E"/>
                          </a:solidFill>
                          <a:latin typeface="Segoe UI" panose="020B0502040204020203" pitchFamily="34" charset="0"/>
                          <a:ea typeface="Calibri" pitchFamily="34" charset="-122"/>
                          <a:cs typeface="Segoe UI" panose="020B0502040204020203" pitchFamily="34" charset="0"/>
                        </a:rPr>
                        <a:t>CryptoLock [4]</a:t>
                      </a:r>
                      <a:endParaRPr lang="en-US" sz="15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F"/>
                    </a:solidFill>
                  </a:tcPr>
                </a:tc>
                <a:tc>
                  <a:txBody>
                    <a:bodyPr/>
                    <a:lstStyle/>
                    <a:p>
                      <a:pPr marL="0" indent="0">
                        <a:buNone/>
                      </a:pPr>
                      <a:r>
                        <a:rPr lang="en-US" sz="1500" dirty="0">
                          <a:solidFill>
                            <a:srgbClr val="1A1A2E"/>
                          </a:solidFill>
                          <a:latin typeface="Segoe UI" panose="020B0502040204020203" pitchFamily="34" charset="0"/>
                          <a:ea typeface="Calibri" pitchFamily="34" charset="-122"/>
                          <a:cs typeface="Segoe UI" panose="020B0502040204020203" pitchFamily="34" charset="0"/>
                        </a:rPr>
                        <a:t>Dynamic file-activity monitoring</a:t>
                      </a:r>
                      <a:endParaRPr lang="en-US" sz="15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F"/>
                    </a:solidFill>
                  </a:tcPr>
                </a:tc>
                <a:tc>
                  <a:txBody>
                    <a:bodyPr/>
                    <a:lstStyle/>
                    <a:p>
                      <a:pPr marL="0" indent="0">
                        <a:buNone/>
                      </a:pPr>
                      <a:r>
                        <a:rPr lang="en-US" sz="1500" dirty="0">
                          <a:solidFill>
                            <a:srgbClr val="1A1A2E"/>
                          </a:solidFill>
                          <a:latin typeface="Segoe UI" panose="020B0502040204020203" pitchFamily="34" charset="0"/>
                          <a:ea typeface="Calibri" pitchFamily="34" charset="-122"/>
                          <a:cs typeface="Segoe UI" panose="020B0502040204020203" pitchFamily="34" charset="0"/>
                        </a:rPr>
                        <a:t>Entropy, file-type change, similarity, deletion</a:t>
                      </a:r>
                      <a:endParaRPr lang="en-US" sz="15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F"/>
                    </a:solidFill>
                  </a:tcPr>
                </a:tc>
                <a:extLst>
                  <a:ext uri="{0D108BD9-81ED-4DB2-BD59-A6C34878D82A}">
                    <a16:rowId xmlns:a16="http://schemas.microsoft.com/office/drawing/2014/main" val="10003"/>
                  </a:ext>
                </a:extLst>
              </a:tr>
              <a:tr h="457200">
                <a:tc>
                  <a:txBody>
                    <a:bodyPr/>
                    <a:lstStyle/>
                    <a:p>
                      <a:pPr marL="0" indent="0">
                        <a:buNone/>
                      </a:pPr>
                      <a:r>
                        <a:rPr lang="en-US" sz="1500" b="1" dirty="0">
                          <a:solidFill>
                            <a:srgbClr val="1A1A2E"/>
                          </a:solidFill>
                          <a:latin typeface="Segoe UI" panose="020B0502040204020203" pitchFamily="34" charset="0"/>
                          <a:ea typeface="Calibri" pitchFamily="34" charset="-122"/>
                          <a:cs typeface="Segoe UI" panose="020B0502040204020203" pitchFamily="34" charset="0"/>
                        </a:rPr>
                        <a:t>ShieldFS [5]</a:t>
                      </a:r>
                      <a:endParaRPr lang="en-US" sz="15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F"/>
                    </a:solidFill>
                  </a:tcPr>
                </a:tc>
                <a:tc>
                  <a:txBody>
                    <a:bodyPr/>
                    <a:lstStyle/>
                    <a:p>
                      <a:pPr marL="0" indent="0">
                        <a:buNone/>
                      </a:pPr>
                      <a:r>
                        <a:rPr lang="en-US" sz="1500" dirty="0">
                          <a:solidFill>
                            <a:srgbClr val="1A1A2E"/>
                          </a:solidFill>
                          <a:latin typeface="Segoe UI" panose="020B0502040204020203" pitchFamily="34" charset="0"/>
                          <a:ea typeface="Calibri" pitchFamily="34" charset="-122"/>
                          <a:cs typeface="Segoe UI" panose="020B0502040204020203" pitchFamily="34" charset="0"/>
                        </a:rPr>
                        <a:t>Filesystem monitoring and recovery</a:t>
                      </a:r>
                      <a:endParaRPr lang="en-US" sz="15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F"/>
                    </a:solidFill>
                  </a:tcPr>
                </a:tc>
                <a:tc>
                  <a:txBody>
                    <a:bodyPr/>
                    <a:lstStyle/>
                    <a:p>
                      <a:pPr marL="0" indent="0">
                        <a:buNone/>
                      </a:pPr>
                      <a:r>
                        <a:rPr lang="en-US" sz="1500" dirty="0">
                          <a:solidFill>
                            <a:srgbClr val="1A1A2E"/>
                          </a:solidFill>
                          <a:latin typeface="Segoe UI" panose="020B0502040204020203" pitchFamily="34" charset="0"/>
                          <a:ea typeface="Calibri" pitchFamily="34" charset="-122"/>
                          <a:cs typeface="Segoe UI" panose="020B0502040204020203" pitchFamily="34" charset="0"/>
                        </a:rPr>
                        <a:t>I/O activity models, shadow copies</a:t>
                      </a:r>
                      <a:endParaRPr lang="en-US" sz="15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F"/>
                    </a:solidFill>
                  </a:tcPr>
                </a:tc>
                <a:extLst>
                  <a:ext uri="{0D108BD9-81ED-4DB2-BD59-A6C34878D82A}">
                    <a16:rowId xmlns:a16="http://schemas.microsoft.com/office/drawing/2014/main" val="10004"/>
                  </a:ext>
                </a:extLst>
              </a:tr>
              <a:tr h="457200">
                <a:tc>
                  <a:txBody>
                    <a:bodyPr/>
                    <a:lstStyle/>
                    <a:p>
                      <a:pPr marL="0" indent="0">
                        <a:buNone/>
                      </a:pPr>
                      <a:r>
                        <a:rPr lang="en-US" sz="1500" b="1" dirty="0">
                          <a:solidFill>
                            <a:srgbClr val="1A1A2E"/>
                          </a:solidFill>
                          <a:latin typeface="Segoe UI" panose="020B0502040204020203" pitchFamily="34" charset="0"/>
                          <a:ea typeface="Calibri" pitchFamily="34" charset="-122"/>
                          <a:cs typeface="Segoe UI" panose="020B0502040204020203" pitchFamily="34" charset="0"/>
                        </a:rPr>
                        <a:t>UNVEIL [6]</a:t>
                      </a:r>
                      <a:endParaRPr lang="en-US" sz="15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F"/>
                    </a:solidFill>
                  </a:tcPr>
                </a:tc>
                <a:tc>
                  <a:txBody>
                    <a:bodyPr/>
                    <a:lstStyle/>
                    <a:p>
                      <a:pPr marL="0" indent="0">
                        <a:buNone/>
                      </a:pPr>
                      <a:r>
                        <a:rPr lang="en-US" sz="1500" dirty="0">
                          <a:solidFill>
                            <a:srgbClr val="1A1A2E"/>
                          </a:solidFill>
                          <a:latin typeface="Segoe UI" panose="020B0502040204020203" pitchFamily="34" charset="0"/>
                          <a:ea typeface="Calibri" pitchFamily="34" charset="-122"/>
                          <a:cs typeface="Segoe UI" panose="020B0502040204020203" pitchFamily="34" charset="0"/>
                        </a:rPr>
                        <a:t>Automated dynamic analysis</a:t>
                      </a:r>
                      <a:endParaRPr lang="en-US" sz="15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F"/>
                    </a:solidFill>
                  </a:tcPr>
                </a:tc>
                <a:tc>
                  <a:txBody>
                    <a:bodyPr/>
                    <a:lstStyle/>
                    <a:p>
                      <a:pPr marL="0" indent="0">
                        <a:buNone/>
                      </a:pPr>
                      <a:r>
                        <a:rPr lang="en-US" sz="1500" dirty="0">
                          <a:solidFill>
                            <a:srgbClr val="1A1A2E"/>
                          </a:solidFill>
                          <a:latin typeface="Segoe UI" panose="020B0502040204020203" pitchFamily="34" charset="0"/>
                          <a:ea typeface="Calibri" pitchFamily="34" charset="-122"/>
                          <a:cs typeface="Segoe UI" panose="020B0502040204020203" pitchFamily="34" charset="0"/>
                        </a:rPr>
                        <a:t>File I/O traces, screen locking</a:t>
                      </a:r>
                      <a:endParaRPr lang="en-US" sz="15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F"/>
                    </a:solidFill>
                  </a:tcPr>
                </a:tc>
                <a:extLst>
                  <a:ext uri="{0D108BD9-81ED-4DB2-BD59-A6C34878D82A}">
                    <a16:rowId xmlns:a16="http://schemas.microsoft.com/office/drawing/2014/main" val="10005"/>
                  </a:ext>
                </a:extLst>
              </a:tr>
              <a:tr h="457200">
                <a:tc>
                  <a:txBody>
                    <a:bodyPr/>
                    <a:lstStyle/>
                    <a:p>
                      <a:pPr marL="0" indent="0">
                        <a:buNone/>
                      </a:pPr>
                      <a:r>
                        <a:rPr lang="en-US" sz="1500" b="1" dirty="0">
                          <a:solidFill>
                            <a:srgbClr val="1A1A2E"/>
                          </a:solidFill>
                          <a:latin typeface="Segoe UI" panose="020B0502040204020203" pitchFamily="34" charset="0"/>
                          <a:ea typeface="Calibri" pitchFamily="34" charset="-122"/>
                          <a:cs typeface="Segoe UI" panose="020B0502040204020203" pitchFamily="34" charset="0"/>
                        </a:rPr>
                        <a:t>This work</a:t>
                      </a:r>
                      <a:endParaRPr lang="en-US" sz="15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4F5E8"/>
                    </a:solidFill>
                  </a:tcPr>
                </a:tc>
                <a:tc>
                  <a:txBody>
                    <a:bodyPr/>
                    <a:lstStyle/>
                    <a:p>
                      <a:pPr marL="0" indent="0">
                        <a:buNone/>
                      </a:pPr>
                      <a:r>
                        <a:rPr lang="en-US" sz="1500" b="1" dirty="0">
                          <a:solidFill>
                            <a:srgbClr val="1A1A2E"/>
                          </a:solidFill>
                          <a:latin typeface="Segoe UI" panose="020B0502040204020203" pitchFamily="34" charset="0"/>
                          <a:ea typeface="Calibri" pitchFamily="34" charset="-122"/>
                          <a:cs typeface="Segoe UI" panose="020B0502040204020203" pitchFamily="34" charset="0"/>
                        </a:rPr>
                        <a:t>Android hook on File.renameTo</a:t>
                      </a:r>
                      <a:endParaRPr lang="en-US" sz="15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4F5E8"/>
                    </a:solidFill>
                  </a:tcPr>
                </a:tc>
                <a:tc>
                  <a:txBody>
                    <a:bodyPr/>
                    <a:lstStyle/>
                    <a:p>
                      <a:pPr marL="0" indent="0">
                        <a:buNone/>
                      </a:pPr>
                      <a:r>
                        <a:rPr lang="en-US" sz="1500" b="1" dirty="0">
                          <a:solidFill>
                            <a:srgbClr val="1A1A2E"/>
                          </a:solidFill>
                          <a:latin typeface="Segoe UI" panose="020B0502040204020203" pitchFamily="34" charset="0"/>
                          <a:ea typeface="Calibri" pitchFamily="34" charset="-122"/>
                          <a:cs typeface="Segoe UI" panose="020B0502040204020203" pitchFamily="34" charset="0"/>
                        </a:rPr>
                        <a:t>Rename rate (≥ 10 in 2 s)</a:t>
                      </a:r>
                      <a:endParaRPr lang="en-US" sz="15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4F5E8"/>
                    </a:solidFill>
                  </a:tcPr>
                </a:tc>
                <a:extLst>
                  <a:ext uri="{0D108BD9-81ED-4DB2-BD59-A6C34878D82A}">
                    <a16:rowId xmlns:a16="http://schemas.microsoft.com/office/drawing/2014/main" val="10006"/>
                  </a:ext>
                </a:extLst>
              </a:tr>
            </a:tbl>
          </a:graphicData>
        </a:graphic>
      </p:graphicFrame>
      <p:sp>
        <p:nvSpPr>
          <p:cNvPr id="12" name="Shape 7"/>
          <p:cNvSpPr/>
          <p:nvPr/>
        </p:nvSpPr>
        <p:spPr>
          <a:xfrm>
            <a:off x="548640" y="4846320"/>
            <a:ext cx="11064240" cy="640080"/>
          </a:xfrm>
          <a:prstGeom prst="roundRect">
            <a:avLst>
              <a:gd name="adj" fmla="val 17143"/>
            </a:avLst>
          </a:prstGeom>
          <a:solidFill>
            <a:srgbClr val="EFE6FB"/>
          </a:solidFill>
          <a:ln w="19050">
            <a:solidFill>
              <a:srgbClr val="CDB8ED"/>
            </a:solidFill>
            <a:prstDash val="solid"/>
          </a:ln>
        </p:spPr>
        <p:txBody>
          <a:bodyPr/>
          <a:lstStyle/>
          <a:p>
            <a:endParaRPr/>
          </a:p>
        </p:txBody>
      </p:sp>
      <p:sp>
        <p:nvSpPr>
          <p:cNvPr id="13" name="Text 8"/>
          <p:cNvSpPr txBox="1"/>
          <p:nvPr/>
        </p:nvSpPr>
        <p:spPr>
          <a:xfrm>
            <a:off x="731520" y="4846320"/>
            <a:ext cx="10698480" cy="640080"/>
          </a:xfrm>
          <a:prstGeom prst="rect">
            <a:avLst/>
          </a:prstGeom>
          <a:noFill/>
          <a:ln/>
        </p:spPr>
        <p:txBody>
          <a:bodyPr wrap="square" lIns="0" tIns="0" rIns="0" bIns="0" rtlCol="0" anchor="ctr"/>
          <a:lstStyle/>
          <a:p>
            <a:pPr marL="0" indent="0" algn="ctr">
              <a:buNone/>
            </a:pPr>
            <a:r>
              <a:rPr lang="en-US" sz="1600" dirty="0">
                <a:solidFill>
                  <a:srgbClr val="1A1A2E"/>
                </a:solidFill>
                <a:latin typeface="Aptos Narrow" panose="020B0004020202020204" pitchFamily="34" charset="0"/>
                <a:ea typeface="Calibri" pitchFamily="34" charset="-122"/>
                <a:cs typeface="Calibri" pitchFamily="34" charset="-120"/>
              </a:rPr>
              <a:t>Our focus: a lightweight, explainable rename-rate signal for Android. Entropy and other signals are future work.</a:t>
            </a:r>
            <a:endParaRPr lang="en-US" sz="1600" dirty="0">
              <a:latin typeface="Aptos Narrow" panose="020B0004020202020204" pitchFamily="34" charset="0"/>
            </a:endParaRPr>
          </a:p>
        </p:txBody>
      </p:sp>
      <p:sp>
        <p:nvSpPr>
          <p:cNvPr id="14" name="Shape 9"/>
          <p:cNvSpPr/>
          <p:nvPr/>
        </p:nvSpPr>
        <p:spPr>
          <a:xfrm>
            <a:off x="548640" y="5577840"/>
            <a:ext cx="11064240" cy="548640"/>
          </a:xfrm>
          <a:prstGeom prst="roundRect">
            <a:avLst>
              <a:gd name="adj" fmla="val 20000"/>
            </a:avLst>
          </a:prstGeom>
          <a:solidFill>
            <a:srgbClr val="E3EBFF"/>
          </a:solidFill>
          <a:ln w="19050">
            <a:solidFill>
              <a:srgbClr val="B9C9F5"/>
            </a:solidFill>
            <a:prstDash val="solid"/>
          </a:ln>
        </p:spPr>
        <p:txBody>
          <a:bodyPr/>
          <a:lstStyle/>
          <a:p>
            <a:endParaRPr/>
          </a:p>
        </p:txBody>
      </p:sp>
      <p:sp>
        <p:nvSpPr>
          <p:cNvPr id="15" name="Text 10"/>
          <p:cNvSpPr txBox="1"/>
          <p:nvPr/>
        </p:nvSpPr>
        <p:spPr>
          <a:xfrm>
            <a:off x="731520" y="5577840"/>
            <a:ext cx="10698480" cy="548640"/>
          </a:xfrm>
          <a:prstGeom prst="rect">
            <a:avLst/>
          </a:prstGeom>
          <a:noFill/>
          <a:ln/>
        </p:spPr>
        <p:txBody>
          <a:bodyPr wrap="square" lIns="0" tIns="0" rIns="0" bIns="0" rtlCol="0" anchor="ctr"/>
          <a:lstStyle/>
          <a:p>
            <a:pPr marL="0" indent="0" algn="ctr">
              <a:buNone/>
            </a:pPr>
            <a:r>
              <a:rPr lang="en-US" sz="1500" dirty="0">
                <a:solidFill>
                  <a:srgbClr val="1A1A2E"/>
                </a:solidFill>
                <a:latin typeface="Aptos Narrow" panose="020B0004020202020204" pitchFamily="34" charset="0"/>
                <a:ea typeface="Calibri" pitchFamily="34" charset="-122"/>
                <a:cs typeface="Calibri" pitchFamily="34" charset="-120"/>
              </a:rPr>
              <a:t>No IETF RFC covers app-level file-activity monitoring, so Android security guidance [1] is used.</a:t>
            </a:r>
            <a:endParaRPr lang="en-US" sz="1500" dirty="0">
              <a:latin typeface="Aptos Narrow" panose="020B0004020202020204" pitchFamily="34" charset="0"/>
            </a:endParaRPr>
          </a:p>
        </p:txBody>
      </p:sp>
      <p:sp>
        <p:nvSpPr>
          <p:cNvPr id="16" name="Shape 2">
            <a:extLst>
              <a:ext uri="{FF2B5EF4-FFF2-40B4-BE49-F238E27FC236}">
                <a16:creationId xmlns:a16="http://schemas.microsoft.com/office/drawing/2014/main" id="{2B7E9E1C-B8B9-16F8-D9B3-6317FD384F19}"/>
              </a:ext>
            </a:extLst>
          </p:cNvPr>
          <p:cNvSpPr/>
          <p:nvPr/>
        </p:nvSpPr>
        <p:spPr>
          <a:xfrm>
            <a:off x="548640" y="1188720"/>
            <a:ext cx="11064240" cy="45720"/>
          </a:xfrm>
          <a:prstGeom prst="rect">
            <a:avLst/>
          </a:prstGeom>
          <a:solidFill>
            <a:srgbClr val="0000CC"/>
          </a:solidFill>
          <a:ln w="12700">
            <a:solidFill>
              <a:srgbClr val="0000CC"/>
            </a:solidFill>
            <a:prstDash val="solid"/>
          </a:ln>
        </p:spPr>
        <p:txBody>
          <a:bodyPr/>
          <a:lstStyle/>
          <a:p>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0" y="109728"/>
            <a:ext cx="12188952" cy="320040"/>
          </a:xfrm>
          <a:prstGeom prst="rect">
            <a:avLst/>
          </a:prstGeom>
          <a:noFill/>
          <a:ln/>
        </p:spPr>
        <p:txBody>
          <a:bodyPr wrap="square" lIns="0" tIns="0" rIns="0" bIns="0" rtlCol="0" anchor="ctr"/>
          <a:lstStyle/>
          <a:p>
            <a:pPr marL="0" indent="0" algn="ctr">
              <a:buNone/>
            </a:pPr>
            <a:r>
              <a:rPr lang="en-US" sz="1400" b="1" dirty="0">
                <a:solidFill>
                  <a:srgbClr val="0000CC"/>
                </a:solidFill>
                <a:latin typeface="Calibri" pitchFamily="34" charset="0"/>
                <a:ea typeface="Calibri" pitchFamily="34" charset="-122"/>
                <a:cs typeface="Calibri" pitchFamily="34" charset="-120"/>
              </a:rPr>
              <a:t>AIORI 3     Proposed Solution</a:t>
            </a:r>
            <a:endParaRPr lang="en-US" sz="1400" dirty="0"/>
          </a:p>
        </p:txBody>
      </p:sp>
      <p:pic>
        <p:nvPicPr>
          <p:cNvPr id="3" name="Image 0" descr="/home/claude/w/aiori_logo.png"/>
          <p:cNvPicPr>
            <a:picLocks noChangeAspect="1"/>
          </p:cNvPicPr>
          <p:nvPr/>
        </p:nvPicPr>
        <p:blipFill>
          <a:blip r:embed="rId3"/>
          <a:stretch>
            <a:fillRect/>
          </a:stretch>
        </p:blipFill>
        <p:spPr>
          <a:xfrm>
            <a:off x="11045952" y="493776"/>
            <a:ext cx="594360" cy="594360"/>
          </a:xfrm>
          <a:prstGeom prst="rect">
            <a:avLst/>
          </a:prstGeom>
        </p:spPr>
      </p:pic>
      <p:sp>
        <p:nvSpPr>
          <p:cNvPr id="4" name="Text 1"/>
          <p:cNvSpPr txBox="1"/>
          <p:nvPr/>
        </p:nvSpPr>
        <p:spPr>
          <a:xfrm>
            <a:off x="548640" y="502920"/>
            <a:ext cx="10424160" cy="685800"/>
          </a:xfrm>
          <a:prstGeom prst="rect">
            <a:avLst/>
          </a:prstGeom>
          <a:noFill/>
          <a:ln/>
        </p:spPr>
        <p:txBody>
          <a:bodyPr wrap="square" lIns="0" tIns="0" rIns="0" bIns="0" rtlCol="0" anchor="ctr"/>
          <a:lstStyle/>
          <a:p>
            <a:pPr marL="0" indent="0">
              <a:buNone/>
            </a:pPr>
            <a:r>
              <a:rPr lang="en-US" sz="3400" b="1" dirty="0">
                <a:solidFill>
                  <a:srgbClr val="0000CC"/>
                </a:solidFill>
                <a:latin typeface="Gadugi" panose="020B0502040204020203" pitchFamily="34" charset="0"/>
                <a:ea typeface="Gadugi" panose="020B0502040204020203" pitchFamily="34" charset="0"/>
                <a:cs typeface="Calibri" pitchFamily="34" charset="-120"/>
              </a:rPr>
              <a:t>Proposed Solution</a:t>
            </a:r>
            <a:endParaRPr lang="en-US" sz="3400" dirty="0">
              <a:latin typeface="Gadugi" panose="020B0502040204020203" pitchFamily="34" charset="0"/>
              <a:ea typeface="Gadugi" panose="020B0502040204020203" pitchFamily="34" charset="0"/>
            </a:endParaRPr>
          </a:p>
        </p:txBody>
      </p:sp>
      <p:sp>
        <p:nvSpPr>
          <p:cNvPr id="6" name="Text 3"/>
          <p:cNvSpPr txBox="1"/>
          <p:nvPr/>
        </p:nvSpPr>
        <p:spPr>
          <a:xfrm>
            <a:off x="548640" y="6355080"/>
            <a:ext cx="7315200" cy="320040"/>
          </a:xfrm>
          <a:prstGeom prst="rect">
            <a:avLst/>
          </a:prstGeom>
          <a:noFill/>
          <a:ln/>
        </p:spPr>
        <p:txBody>
          <a:bodyPr wrap="square" lIns="0" tIns="0" rIns="0" bIns="0" rtlCol="0" anchor="ctr"/>
          <a:lstStyle/>
          <a:p>
            <a:pPr marL="0" indent="0">
              <a:buNone/>
            </a:pPr>
            <a:r>
              <a:rPr lang="en-US" sz="1200" dirty="0">
                <a:solidFill>
                  <a:srgbClr val="0000CC"/>
                </a:solidFill>
                <a:latin typeface="Calibri" pitchFamily="34" charset="0"/>
                <a:ea typeface="Calibri" pitchFamily="34" charset="-122"/>
                <a:cs typeface="Calibri" pitchFamily="34" charset="-120"/>
              </a:rPr>
              <a:t>S. Maiti et al. • </a:t>
            </a:r>
            <a:r>
              <a:rPr lang="en-US" sz="1200" b="1" dirty="0">
                <a:solidFill>
                  <a:srgbClr val="0000CC"/>
                </a:solidFill>
                <a:latin typeface="Calibri" pitchFamily="34" charset="0"/>
                <a:ea typeface="Calibri" pitchFamily="34" charset="-122"/>
                <a:cs typeface="Calibri" pitchFamily="34" charset="-120"/>
              </a:rPr>
              <a:t>A3-PS001-TC171</a:t>
            </a:r>
            <a:r>
              <a:rPr lang="en-US" sz="1200" dirty="0">
                <a:solidFill>
                  <a:srgbClr val="0000CC"/>
                </a:solidFill>
                <a:latin typeface="Calibri" pitchFamily="34" charset="0"/>
                <a:ea typeface="Calibri" pitchFamily="34" charset="-122"/>
                <a:cs typeface="Calibri" pitchFamily="34" charset="-120"/>
              </a:rPr>
              <a:t> • October 5, 2026</a:t>
            </a:r>
            <a:endParaRPr lang="en-US" sz="1200" dirty="0"/>
          </a:p>
        </p:txBody>
      </p:sp>
      <p:sp>
        <p:nvSpPr>
          <p:cNvPr id="7" name="Text 4"/>
          <p:cNvSpPr txBox="1"/>
          <p:nvPr/>
        </p:nvSpPr>
        <p:spPr>
          <a:xfrm>
            <a:off x="10698480" y="6355080"/>
            <a:ext cx="941832" cy="320040"/>
          </a:xfrm>
          <a:prstGeom prst="rect">
            <a:avLst/>
          </a:prstGeom>
          <a:noFill/>
          <a:ln/>
        </p:spPr>
        <p:txBody>
          <a:bodyPr wrap="square" lIns="0" tIns="0" rIns="0" bIns="0" rtlCol="0" anchor="ctr"/>
          <a:lstStyle/>
          <a:p>
            <a:pPr marL="0" indent="0" algn="r">
              <a:buNone/>
            </a:pPr>
            <a:r>
              <a:rPr lang="en-US" sz="1200" dirty="0">
                <a:solidFill>
                  <a:srgbClr val="0000CC"/>
                </a:solidFill>
                <a:latin typeface="Calibri" pitchFamily="34" charset="0"/>
                <a:ea typeface="Calibri" pitchFamily="34" charset="-122"/>
                <a:cs typeface="Calibri" pitchFamily="34" charset="-120"/>
              </a:rPr>
              <a:t>6 / 12</a:t>
            </a:r>
            <a:endParaRPr lang="en-US" sz="1200" dirty="0"/>
          </a:p>
        </p:txBody>
      </p:sp>
      <p:sp>
        <p:nvSpPr>
          <p:cNvPr id="8" name="Shape 5"/>
          <p:cNvSpPr/>
          <p:nvPr/>
        </p:nvSpPr>
        <p:spPr>
          <a:xfrm>
            <a:off x="0" y="6784848"/>
            <a:ext cx="6096000" cy="73152"/>
          </a:xfrm>
          <a:prstGeom prst="rect">
            <a:avLst/>
          </a:prstGeom>
          <a:solidFill>
            <a:srgbClr val="E3EBFF"/>
          </a:solidFill>
          <a:ln w="12700">
            <a:solidFill>
              <a:srgbClr val="E3EBFF"/>
            </a:solidFill>
            <a:prstDash val="solid"/>
          </a:ln>
        </p:spPr>
        <p:txBody>
          <a:bodyPr/>
          <a:lstStyle/>
          <a:p>
            <a:endParaRPr/>
          </a:p>
        </p:txBody>
      </p:sp>
      <p:sp>
        <p:nvSpPr>
          <p:cNvPr id="9" name="Shape 6"/>
          <p:cNvSpPr/>
          <p:nvPr/>
        </p:nvSpPr>
        <p:spPr>
          <a:xfrm>
            <a:off x="0" y="6784848"/>
            <a:ext cx="6096000" cy="73152"/>
          </a:xfrm>
          <a:prstGeom prst="rect">
            <a:avLst/>
          </a:prstGeom>
          <a:solidFill>
            <a:srgbClr val="0000CC"/>
          </a:solidFill>
          <a:ln w="12700">
            <a:solidFill>
              <a:srgbClr val="0000CC"/>
            </a:solidFill>
            <a:prstDash val="solid"/>
          </a:ln>
        </p:spPr>
        <p:txBody>
          <a:bodyPr/>
          <a:lstStyle/>
          <a:p>
            <a:endParaRPr/>
          </a:p>
        </p:txBody>
      </p:sp>
      <p:sp>
        <p:nvSpPr>
          <p:cNvPr id="11" name="Shape 7"/>
          <p:cNvSpPr/>
          <p:nvPr/>
        </p:nvSpPr>
        <p:spPr>
          <a:xfrm>
            <a:off x="548640" y="1508760"/>
            <a:ext cx="2377440" cy="1371600"/>
          </a:xfrm>
          <a:prstGeom prst="roundRect">
            <a:avLst>
              <a:gd name="adj" fmla="val 8000"/>
            </a:avLst>
          </a:prstGeom>
          <a:solidFill>
            <a:srgbClr val="FFF1DE"/>
          </a:solidFill>
          <a:ln w="19050">
            <a:solidFill>
              <a:srgbClr val="F2CF9E"/>
            </a:solidFill>
            <a:prstDash val="solid"/>
          </a:ln>
        </p:spPr>
        <p:txBody>
          <a:bodyPr/>
          <a:lstStyle/>
          <a:p>
            <a:endParaRPr/>
          </a:p>
        </p:txBody>
      </p:sp>
      <p:sp>
        <p:nvSpPr>
          <p:cNvPr id="12" name="Text 8"/>
          <p:cNvSpPr txBox="1"/>
          <p:nvPr/>
        </p:nvSpPr>
        <p:spPr>
          <a:xfrm>
            <a:off x="612461" y="1508760"/>
            <a:ext cx="2231136" cy="1371600"/>
          </a:xfrm>
          <a:prstGeom prst="rect">
            <a:avLst/>
          </a:prstGeom>
          <a:noFill/>
          <a:ln/>
        </p:spPr>
        <p:txBody>
          <a:bodyPr wrap="square" lIns="0" tIns="0" rIns="0" bIns="0" rtlCol="0" anchor="ctr"/>
          <a:lstStyle/>
          <a:p>
            <a:pPr marL="0" indent="0" algn="ctr">
              <a:buNone/>
            </a:pPr>
            <a:r>
              <a:rPr lang="en-US" sz="1300" b="1" dirty="0">
                <a:solidFill>
                  <a:srgbClr val="1A1A2E"/>
                </a:solidFill>
                <a:latin typeface="Google Sans Code" panose="020B0509030502040204" pitchFamily="49" charset="0"/>
                <a:ea typeface="Calibri" pitchFamily="34" charset="-122"/>
                <a:cs typeface="Calibri" pitchFamily="34" charset="-120"/>
              </a:rPr>
              <a:t>Red_Team_Simulator.apk</a:t>
            </a:r>
            <a:endParaRPr lang="en-US" sz="1300" dirty="0">
              <a:latin typeface="Google Sans Code" panose="020B0509030502040204" pitchFamily="49" charset="0"/>
            </a:endParaRPr>
          </a:p>
          <a:p>
            <a:pPr marL="0" indent="0" algn="ctr">
              <a:buNone/>
            </a:pPr>
            <a:r>
              <a:rPr lang="en-US" sz="1400" dirty="0">
                <a:solidFill>
                  <a:srgbClr val="444444"/>
                </a:solidFill>
                <a:latin typeface="Segoe UI" panose="020B0502040204020203" pitchFamily="34" charset="0"/>
                <a:ea typeface="Calibri" pitchFamily="34" charset="-122"/>
                <a:cs typeface="Segoe UI" panose="020B0502040204020203" pitchFamily="34" charset="0"/>
              </a:rPr>
              <a:t>5 harmless workloads</a:t>
            </a:r>
            <a:endParaRPr lang="en-US" sz="1500" dirty="0">
              <a:latin typeface="Segoe UI" panose="020B0502040204020203" pitchFamily="34" charset="0"/>
              <a:cs typeface="Segoe UI" panose="020B0502040204020203" pitchFamily="34" charset="0"/>
            </a:endParaRPr>
          </a:p>
        </p:txBody>
      </p:sp>
      <p:sp>
        <p:nvSpPr>
          <p:cNvPr id="13" name="Shape 9"/>
          <p:cNvSpPr/>
          <p:nvPr/>
        </p:nvSpPr>
        <p:spPr>
          <a:xfrm>
            <a:off x="2926080" y="2194560"/>
            <a:ext cx="502920" cy="0"/>
          </a:xfrm>
          <a:prstGeom prst="line">
            <a:avLst/>
          </a:prstGeom>
          <a:noFill/>
          <a:ln w="25400">
            <a:solidFill>
              <a:srgbClr val="0000CC"/>
            </a:solidFill>
            <a:prstDash val="solid"/>
            <a:tailEnd type="triangle"/>
          </a:ln>
        </p:spPr>
        <p:txBody>
          <a:bodyPr/>
          <a:lstStyle/>
          <a:p>
            <a:endParaRPr/>
          </a:p>
        </p:txBody>
      </p:sp>
      <p:sp>
        <p:nvSpPr>
          <p:cNvPr id="14" name="Shape 10"/>
          <p:cNvSpPr/>
          <p:nvPr/>
        </p:nvSpPr>
        <p:spPr>
          <a:xfrm>
            <a:off x="3429000" y="1508760"/>
            <a:ext cx="2377440" cy="1371600"/>
          </a:xfrm>
          <a:prstGeom prst="roundRect">
            <a:avLst>
              <a:gd name="adj" fmla="val 8000"/>
            </a:avLst>
          </a:prstGeom>
          <a:solidFill>
            <a:srgbClr val="E3EBFF"/>
          </a:solidFill>
          <a:ln w="19050">
            <a:solidFill>
              <a:srgbClr val="B9C9F5"/>
            </a:solidFill>
            <a:prstDash val="solid"/>
          </a:ln>
        </p:spPr>
        <p:txBody>
          <a:bodyPr/>
          <a:lstStyle/>
          <a:p>
            <a:endParaRPr/>
          </a:p>
        </p:txBody>
      </p:sp>
      <p:sp>
        <p:nvSpPr>
          <p:cNvPr id="15" name="Text 11"/>
          <p:cNvSpPr txBox="1"/>
          <p:nvPr/>
        </p:nvSpPr>
        <p:spPr>
          <a:xfrm>
            <a:off x="3502152" y="1508760"/>
            <a:ext cx="2231136" cy="1371600"/>
          </a:xfrm>
          <a:prstGeom prst="rect">
            <a:avLst/>
          </a:prstGeom>
          <a:noFill/>
          <a:ln/>
        </p:spPr>
        <p:txBody>
          <a:bodyPr wrap="square" lIns="0" tIns="0" rIns="0" bIns="0" rtlCol="0" anchor="ctr"/>
          <a:lstStyle/>
          <a:p>
            <a:pPr marL="0" indent="0" algn="ctr">
              <a:buNone/>
            </a:pPr>
            <a:r>
              <a:rPr lang="en-US" sz="1300" b="1" dirty="0">
                <a:solidFill>
                  <a:srgbClr val="1A1A2E"/>
                </a:solidFill>
                <a:latin typeface="Google Sans Code" panose="020B0509030502040204" pitchFamily="49" charset="0"/>
                <a:ea typeface="Calibri" pitchFamily="34" charset="-122"/>
                <a:cs typeface="Calibri" pitchFamily="34" charset="-120"/>
              </a:rPr>
              <a:t>ueba_hook.js</a:t>
            </a:r>
            <a:endParaRPr lang="en-US" sz="1300" dirty="0">
              <a:latin typeface="Google Sans Code" panose="020B0509030502040204" pitchFamily="49" charset="0"/>
            </a:endParaRPr>
          </a:p>
          <a:p>
            <a:pPr marL="0" indent="0" algn="ctr">
              <a:buNone/>
            </a:pPr>
            <a:r>
              <a:rPr lang="en-US" sz="1400" dirty="0">
                <a:solidFill>
                  <a:srgbClr val="444444"/>
                </a:solidFill>
                <a:latin typeface="Segoe UI" panose="020B0502040204020203" pitchFamily="34" charset="0"/>
                <a:ea typeface="Calibri" pitchFamily="34" charset="-122"/>
                <a:cs typeface="Segoe UI" panose="020B0502040204020203" pitchFamily="34" charset="0"/>
              </a:rPr>
              <a:t>Frida hook on File.renameTo</a:t>
            </a:r>
            <a:endParaRPr lang="en-US" sz="1700" dirty="0">
              <a:latin typeface="Segoe UI" panose="020B0502040204020203" pitchFamily="34" charset="0"/>
              <a:cs typeface="Segoe UI" panose="020B0502040204020203" pitchFamily="34" charset="0"/>
            </a:endParaRPr>
          </a:p>
        </p:txBody>
      </p:sp>
      <p:sp>
        <p:nvSpPr>
          <p:cNvPr id="16" name="Shape 12"/>
          <p:cNvSpPr/>
          <p:nvPr/>
        </p:nvSpPr>
        <p:spPr>
          <a:xfrm>
            <a:off x="5806440" y="2194560"/>
            <a:ext cx="502920" cy="0"/>
          </a:xfrm>
          <a:prstGeom prst="line">
            <a:avLst/>
          </a:prstGeom>
          <a:noFill/>
          <a:ln w="25400">
            <a:solidFill>
              <a:srgbClr val="0000CC"/>
            </a:solidFill>
            <a:prstDash val="solid"/>
            <a:tailEnd type="triangle"/>
          </a:ln>
        </p:spPr>
        <p:txBody>
          <a:bodyPr/>
          <a:lstStyle/>
          <a:p>
            <a:endParaRPr/>
          </a:p>
        </p:txBody>
      </p:sp>
      <p:sp>
        <p:nvSpPr>
          <p:cNvPr id="17" name="Shape 13"/>
          <p:cNvSpPr/>
          <p:nvPr/>
        </p:nvSpPr>
        <p:spPr>
          <a:xfrm>
            <a:off x="6309360" y="1508760"/>
            <a:ext cx="2377440" cy="1371600"/>
          </a:xfrm>
          <a:prstGeom prst="roundRect">
            <a:avLst>
              <a:gd name="adj" fmla="val 8000"/>
            </a:avLst>
          </a:prstGeom>
          <a:solidFill>
            <a:srgbClr val="EFE6FB"/>
          </a:solidFill>
          <a:ln w="19050">
            <a:solidFill>
              <a:srgbClr val="CDB8ED"/>
            </a:solidFill>
            <a:prstDash val="solid"/>
          </a:ln>
        </p:spPr>
        <p:txBody>
          <a:bodyPr/>
          <a:lstStyle/>
          <a:p>
            <a:endParaRPr/>
          </a:p>
        </p:txBody>
      </p:sp>
      <p:sp>
        <p:nvSpPr>
          <p:cNvPr id="18" name="Text 14"/>
          <p:cNvSpPr txBox="1"/>
          <p:nvPr/>
        </p:nvSpPr>
        <p:spPr>
          <a:xfrm>
            <a:off x="6382512" y="1508760"/>
            <a:ext cx="2231136" cy="1371600"/>
          </a:xfrm>
          <a:prstGeom prst="rect">
            <a:avLst/>
          </a:prstGeom>
          <a:noFill/>
          <a:ln/>
        </p:spPr>
        <p:txBody>
          <a:bodyPr wrap="square" lIns="0" tIns="0" rIns="0" bIns="0" rtlCol="0" anchor="ctr"/>
          <a:lstStyle/>
          <a:p>
            <a:pPr marL="0" indent="0" algn="ctr">
              <a:buNone/>
            </a:pPr>
            <a:r>
              <a:rPr lang="en-US" sz="1300" b="1" dirty="0">
                <a:solidFill>
                  <a:srgbClr val="1A1A2E"/>
                </a:solidFill>
                <a:latin typeface="Google Sans Code" panose="020B0509030502040204" pitchFamily="49" charset="0"/>
                <a:ea typeface="Calibri" pitchFamily="34" charset="-122"/>
                <a:cs typeface="Calibri" pitchFamily="34" charset="-120"/>
              </a:rPr>
              <a:t>ueba_engine.py</a:t>
            </a:r>
            <a:endParaRPr lang="en-US" sz="1300" dirty="0">
              <a:latin typeface="Google Sans Code" panose="020B0509030502040204" pitchFamily="49" charset="0"/>
            </a:endParaRPr>
          </a:p>
          <a:p>
            <a:pPr marL="0" indent="0" algn="ctr">
              <a:buNone/>
            </a:pPr>
            <a:r>
              <a:rPr lang="en-US" sz="1400" dirty="0">
                <a:solidFill>
                  <a:srgbClr val="444444"/>
                </a:solidFill>
                <a:latin typeface="Segoe UI" panose="020B0502040204020203" pitchFamily="34" charset="0"/>
                <a:ea typeface="Calibri" pitchFamily="34" charset="-122"/>
                <a:cs typeface="Segoe UI" panose="020B0502040204020203" pitchFamily="34" charset="0"/>
              </a:rPr>
              <a:t>≥ 10 renames in 2 s ⇒ alert</a:t>
            </a:r>
            <a:endParaRPr lang="en-US" sz="1700" dirty="0">
              <a:latin typeface="Segoe UI" panose="020B0502040204020203" pitchFamily="34" charset="0"/>
              <a:cs typeface="Segoe UI" panose="020B0502040204020203" pitchFamily="34" charset="0"/>
            </a:endParaRPr>
          </a:p>
        </p:txBody>
      </p:sp>
      <p:sp>
        <p:nvSpPr>
          <p:cNvPr id="19" name="Shape 15"/>
          <p:cNvSpPr/>
          <p:nvPr/>
        </p:nvSpPr>
        <p:spPr>
          <a:xfrm>
            <a:off x="8686800" y="2194560"/>
            <a:ext cx="502920" cy="0"/>
          </a:xfrm>
          <a:prstGeom prst="line">
            <a:avLst/>
          </a:prstGeom>
          <a:noFill/>
          <a:ln w="25400">
            <a:solidFill>
              <a:srgbClr val="0000CC"/>
            </a:solidFill>
            <a:prstDash val="solid"/>
            <a:tailEnd type="triangle"/>
          </a:ln>
        </p:spPr>
        <p:txBody>
          <a:bodyPr/>
          <a:lstStyle/>
          <a:p>
            <a:endParaRPr/>
          </a:p>
        </p:txBody>
      </p:sp>
      <p:sp>
        <p:nvSpPr>
          <p:cNvPr id="20" name="Shape 16"/>
          <p:cNvSpPr/>
          <p:nvPr/>
        </p:nvSpPr>
        <p:spPr>
          <a:xfrm>
            <a:off x="9189720" y="1508760"/>
            <a:ext cx="2377440" cy="1371600"/>
          </a:xfrm>
          <a:prstGeom prst="roundRect">
            <a:avLst>
              <a:gd name="adj" fmla="val 8000"/>
            </a:avLst>
          </a:prstGeom>
          <a:solidFill>
            <a:srgbClr val="E4F5E8"/>
          </a:solidFill>
          <a:ln w="19050">
            <a:solidFill>
              <a:srgbClr val="A9D9B5"/>
            </a:solidFill>
            <a:prstDash val="solid"/>
          </a:ln>
        </p:spPr>
        <p:txBody>
          <a:bodyPr/>
          <a:lstStyle/>
          <a:p>
            <a:endParaRPr/>
          </a:p>
        </p:txBody>
      </p:sp>
      <p:sp>
        <p:nvSpPr>
          <p:cNvPr id="21" name="Text 17"/>
          <p:cNvSpPr txBox="1"/>
          <p:nvPr/>
        </p:nvSpPr>
        <p:spPr>
          <a:xfrm>
            <a:off x="9262872" y="1508760"/>
            <a:ext cx="2231136" cy="1371600"/>
          </a:xfrm>
          <a:prstGeom prst="rect">
            <a:avLst/>
          </a:prstGeom>
          <a:noFill/>
          <a:ln/>
        </p:spPr>
        <p:txBody>
          <a:bodyPr wrap="square" lIns="0" tIns="0" rIns="0" bIns="0" rtlCol="0" anchor="ctr"/>
          <a:lstStyle/>
          <a:p>
            <a:pPr marL="0" indent="0" algn="ctr">
              <a:buNone/>
            </a:pPr>
            <a:r>
              <a:rPr lang="en-US" sz="1300" b="1" dirty="0">
                <a:solidFill>
                  <a:srgbClr val="1A1A2E"/>
                </a:solidFill>
                <a:latin typeface="Google Sans Code" panose="020B0509030502040204" pitchFamily="49" charset="0"/>
                <a:ea typeface="Calibri" pitchFamily="34" charset="-122"/>
                <a:cs typeface="Calibri" pitchFamily="34" charset="-120"/>
              </a:rPr>
              <a:t>adb force-stop</a:t>
            </a:r>
            <a:endParaRPr lang="en-US" sz="1300" dirty="0">
              <a:latin typeface="Google Sans Code" panose="020B0509030502040204" pitchFamily="49" charset="0"/>
            </a:endParaRPr>
          </a:p>
          <a:p>
            <a:pPr marL="0" indent="0" algn="ctr">
              <a:buNone/>
            </a:pPr>
            <a:r>
              <a:rPr lang="en-US" sz="1400" dirty="0">
                <a:solidFill>
                  <a:srgbClr val="444444"/>
                </a:solidFill>
                <a:latin typeface="Segoe UI" panose="020B0502040204020203" pitchFamily="34" charset="0"/>
                <a:ea typeface="Calibri" pitchFamily="34" charset="-122"/>
                <a:cs typeface="Segoe UI" panose="020B0502040204020203" pitchFamily="34" charset="0"/>
              </a:rPr>
              <a:t>Test app only</a:t>
            </a:r>
            <a:endParaRPr lang="en-US" sz="1700" dirty="0">
              <a:latin typeface="Segoe UI" panose="020B0502040204020203" pitchFamily="34" charset="0"/>
              <a:cs typeface="Segoe UI" panose="020B0502040204020203" pitchFamily="34" charset="0"/>
            </a:endParaRPr>
          </a:p>
        </p:txBody>
      </p:sp>
      <p:sp>
        <p:nvSpPr>
          <p:cNvPr id="22" name="Shape 18"/>
          <p:cNvSpPr/>
          <p:nvPr/>
        </p:nvSpPr>
        <p:spPr>
          <a:xfrm>
            <a:off x="548640" y="3200400"/>
            <a:ext cx="11064240" cy="1965960"/>
          </a:xfrm>
          <a:prstGeom prst="roundRect">
            <a:avLst>
              <a:gd name="adj" fmla="val 5581"/>
            </a:avLst>
          </a:prstGeom>
          <a:solidFill>
            <a:srgbClr val="FFF8CC"/>
          </a:solidFill>
          <a:ln w="19050">
            <a:solidFill>
              <a:srgbClr val="E6D77A"/>
            </a:solidFill>
            <a:prstDash val="solid"/>
          </a:ln>
        </p:spPr>
        <p:txBody>
          <a:bodyPr/>
          <a:lstStyle/>
          <a:p>
            <a:endParaRPr/>
          </a:p>
        </p:txBody>
      </p:sp>
      <p:sp>
        <p:nvSpPr>
          <p:cNvPr id="23" name="Text 19"/>
          <p:cNvSpPr txBox="1"/>
          <p:nvPr/>
        </p:nvSpPr>
        <p:spPr>
          <a:xfrm>
            <a:off x="731520" y="3246120"/>
            <a:ext cx="7315200" cy="411480"/>
          </a:xfrm>
          <a:prstGeom prst="rect">
            <a:avLst/>
          </a:prstGeom>
          <a:noFill/>
          <a:ln/>
        </p:spPr>
        <p:txBody>
          <a:bodyPr wrap="square" lIns="0" tIns="0" rIns="0" bIns="0" rtlCol="0" anchor="ctr"/>
          <a:lstStyle/>
          <a:p>
            <a:pPr marL="0" indent="0" algn="l">
              <a:buNone/>
            </a:pPr>
            <a:r>
              <a:rPr lang="en-US" sz="1800" b="1" dirty="0">
                <a:solidFill>
                  <a:srgbClr val="0000CC"/>
                </a:solidFill>
                <a:latin typeface="Aptos Narrow" panose="020B0004020202020204" pitchFamily="34" charset="0"/>
                <a:ea typeface="Calibri" pitchFamily="34" charset="-122"/>
                <a:cs typeface="Calibri" pitchFamily="34" charset="-120"/>
              </a:rPr>
              <a:t>Workloads in the APK (test directory)</a:t>
            </a:r>
            <a:endParaRPr lang="en-US" sz="1800" dirty="0">
              <a:latin typeface="Aptos Narrow" panose="020B0004020202020204" pitchFamily="34" charset="0"/>
            </a:endParaRPr>
          </a:p>
        </p:txBody>
      </p:sp>
      <p:sp>
        <p:nvSpPr>
          <p:cNvPr id="24" name="Shape 20"/>
          <p:cNvSpPr/>
          <p:nvPr/>
        </p:nvSpPr>
        <p:spPr>
          <a:xfrm>
            <a:off x="731520" y="3794760"/>
            <a:ext cx="2011680" cy="1097280"/>
          </a:xfrm>
          <a:prstGeom prst="roundRect">
            <a:avLst>
              <a:gd name="adj" fmla="val 10000"/>
            </a:avLst>
          </a:prstGeom>
          <a:solidFill>
            <a:srgbClr val="FDE7E7"/>
          </a:solidFill>
          <a:ln w="19050">
            <a:solidFill>
              <a:srgbClr val="EFB4B4"/>
            </a:solidFill>
            <a:prstDash val="solid"/>
          </a:ln>
        </p:spPr>
        <p:txBody>
          <a:bodyPr/>
          <a:lstStyle/>
          <a:p>
            <a:endParaRPr/>
          </a:p>
        </p:txBody>
      </p:sp>
      <p:sp>
        <p:nvSpPr>
          <p:cNvPr id="25" name="Text 21"/>
          <p:cNvSpPr txBox="1"/>
          <p:nvPr/>
        </p:nvSpPr>
        <p:spPr>
          <a:xfrm>
            <a:off x="804672" y="3794760"/>
            <a:ext cx="1865376" cy="1097280"/>
          </a:xfrm>
          <a:prstGeom prst="rect">
            <a:avLst/>
          </a:prstGeom>
          <a:noFill/>
          <a:ln/>
        </p:spPr>
        <p:txBody>
          <a:bodyPr wrap="square" lIns="0" tIns="0" rIns="0" bIns="0" rtlCol="0" anchor="ctr"/>
          <a:lstStyle/>
          <a:p>
            <a:pPr marL="0" indent="0" algn="ctr">
              <a:buNone/>
            </a:pPr>
            <a:r>
              <a:rPr lang="en-US" sz="1600" b="1" dirty="0">
                <a:solidFill>
                  <a:srgbClr val="1A1A2E"/>
                </a:solidFill>
                <a:latin typeface="Calibri" pitchFamily="34" charset="0"/>
                <a:ea typeface="Calibri" pitchFamily="34" charset="-122"/>
                <a:cs typeface="Calibri" pitchFamily="34" charset="-120"/>
              </a:rPr>
              <a:t>CryptoLocker-style</a:t>
            </a:r>
            <a:endParaRPr lang="en-US" sz="1600" dirty="0"/>
          </a:p>
          <a:p>
            <a:pPr marL="0" indent="0" algn="ctr">
              <a:buNone/>
            </a:pPr>
            <a:r>
              <a:rPr lang="en-US" sz="1400" dirty="0">
                <a:solidFill>
                  <a:srgbClr val="444444"/>
                </a:solidFill>
                <a:latin typeface="Calibri" pitchFamily="34" charset="0"/>
                <a:ea typeface="Calibri" pitchFamily="34" charset="-122"/>
                <a:cs typeface="Calibri" pitchFamily="34" charset="-120"/>
              </a:rPr>
              <a:t>simulated attack</a:t>
            </a:r>
            <a:endParaRPr lang="en-US" sz="1600" dirty="0"/>
          </a:p>
        </p:txBody>
      </p:sp>
      <p:sp>
        <p:nvSpPr>
          <p:cNvPr id="26" name="Shape 22"/>
          <p:cNvSpPr/>
          <p:nvPr/>
        </p:nvSpPr>
        <p:spPr>
          <a:xfrm>
            <a:off x="2880360" y="3794760"/>
            <a:ext cx="2011680" cy="1097280"/>
          </a:xfrm>
          <a:prstGeom prst="roundRect">
            <a:avLst>
              <a:gd name="adj" fmla="val 10000"/>
            </a:avLst>
          </a:prstGeom>
          <a:solidFill>
            <a:srgbClr val="FDE7E7"/>
          </a:solidFill>
          <a:ln w="19050">
            <a:solidFill>
              <a:srgbClr val="EFB4B4"/>
            </a:solidFill>
            <a:prstDash val="solid"/>
          </a:ln>
        </p:spPr>
        <p:txBody>
          <a:bodyPr/>
          <a:lstStyle/>
          <a:p>
            <a:endParaRPr/>
          </a:p>
        </p:txBody>
      </p:sp>
      <p:sp>
        <p:nvSpPr>
          <p:cNvPr id="27" name="Text 23"/>
          <p:cNvSpPr txBox="1"/>
          <p:nvPr/>
        </p:nvSpPr>
        <p:spPr>
          <a:xfrm>
            <a:off x="2953512" y="3794760"/>
            <a:ext cx="1865376" cy="1097280"/>
          </a:xfrm>
          <a:prstGeom prst="rect">
            <a:avLst/>
          </a:prstGeom>
          <a:noFill/>
          <a:ln/>
        </p:spPr>
        <p:txBody>
          <a:bodyPr wrap="square" lIns="0" tIns="0" rIns="0" bIns="0" rtlCol="0" anchor="ctr"/>
          <a:lstStyle/>
          <a:p>
            <a:pPr marL="0" indent="0" algn="ctr">
              <a:buNone/>
            </a:pPr>
            <a:r>
              <a:rPr lang="en-US" sz="1600" b="1" dirty="0">
                <a:solidFill>
                  <a:srgbClr val="1A1A2E"/>
                </a:solidFill>
                <a:latin typeface="Calibri" pitchFamily="34" charset="0"/>
                <a:ea typeface="Calibri" pitchFamily="34" charset="-122"/>
                <a:cs typeface="Calibri" pitchFamily="34" charset="-120"/>
              </a:rPr>
              <a:t>DeepTree</a:t>
            </a:r>
            <a:endParaRPr lang="en-US" sz="1600" dirty="0"/>
          </a:p>
          <a:p>
            <a:pPr marL="0" indent="0" algn="ctr">
              <a:buNone/>
            </a:pPr>
            <a:r>
              <a:rPr lang="en-US" sz="1400" dirty="0">
                <a:solidFill>
                  <a:srgbClr val="444444"/>
                </a:solidFill>
                <a:latin typeface="Calibri" pitchFamily="34" charset="0"/>
                <a:ea typeface="Calibri" pitchFamily="34" charset="-122"/>
                <a:cs typeface="Calibri" pitchFamily="34" charset="-120"/>
              </a:rPr>
              <a:t>simulated attack</a:t>
            </a:r>
            <a:endParaRPr lang="en-US" sz="1600" dirty="0"/>
          </a:p>
        </p:txBody>
      </p:sp>
      <p:sp>
        <p:nvSpPr>
          <p:cNvPr id="28" name="Shape 24"/>
          <p:cNvSpPr/>
          <p:nvPr/>
        </p:nvSpPr>
        <p:spPr>
          <a:xfrm>
            <a:off x="5029200" y="3794760"/>
            <a:ext cx="2011680" cy="1097280"/>
          </a:xfrm>
          <a:prstGeom prst="roundRect">
            <a:avLst>
              <a:gd name="adj" fmla="val 10000"/>
            </a:avLst>
          </a:prstGeom>
          <a:solidFill>
            <a:srgbClr val="FDE7E7"/>
          </a:solidFill>
          <a:ln w="19050">
            <a:solidFill>
              <a:srgbClr val="EFB4B4"/>
            </a:solidFill>
            <a:prstDash val="solid"/>
          </a:ln>
        </p:spPr>
        <p:txBody>
          <a:bodyPr/>
          <a:lstStyle/>
          <a:p>
            <a:endParaRPr/>
          </a:p>
        </p:txBody>
      </p:sp>
      <p:sp>
        <p:nvSpPr>
          <p:cNvPr id="29" name="Text 25"/>
          <p:cNvSpPr txBox="1"/>
          <p:nvPr/>
        </p:nvSpPr>
        <p:spPr>
          <a:xfrm>
            <a:off x="5102352" y="3794760"/>
            <a:ext cx="1865376" cy="1097280"/>
          </a:xfrm>
          <a:prstGeom prst="rect">
            <a:avLst/>
          </a:prstGeom>
          <a:noFill/>
          <a:ln/>
        </p:spPr>
        <p:txBody>
          <a:bodyPr wrap="square" lIns="0" tIns="0" rIns="0" bIns="0" rtlCol="0" anchor="ctr"/>
          <a:lstStyle/>
          <a:p>
            <a:pPr marL="0" indent="0" algn="ctr">
              <a:buNone/>
            </a:pPr>
            <a:r>
              <a:rPr lang="en-US" sz="1600" b="1" dirty="0">
                <a:solidFill>
                  <a:srgbClr val="1A1A2E"/>
                </a:solidFill>
                <a:latin typeface="Calibri" pitchFamily="34" charset="0"/>
                <a:ea typeface="Calibri" pitchFamily="34" charset="-122"/>
                <a:cs typeface="Calibri" pitchFamily="34" charset="-120"/>
              </a:rPr>
              <a:t>PolyWiper</a:t>
            </a:r>
            <a:endParaRPr lang="en-US" sz="1600" dirty="0"/>
          </a:p>
          <a:p>
            <a:pPr marL="0" indent="0" algn="ctr">
              <a:buNone/>
            </a:pPr>
            <a:r>
              <a:rPr lang="en-US" sz="1400" dirty="0">
                <a:solidFill>
                  <a:srgbClr val="444444"/>
                </a:solidFill>
                <a:latin typeface="Calibri" pitchFamily="34" charset="0"/>
                <a:ea typeface="Calibri" pitchFamily="34" charset="-122"/>
                <a:cs typeface="Calibri" pitchFamily="34" charset="-120"/>
              </a:rPr>
              <a:t>simulated attack</a:t>
            </a:r>
            <a:endParaRPr lang="en-US" sz="1600" dirty="0"/>
          </a:p>
        </p:txBody>
      </p:sp>
      <p:sp>
        <p:nvSpPr>
          <p:cNvPr id="30" name="Shape 26"/>
          <p:cNvSpPr/>
          <p:nvPr/>
        </p:nvSpPr>
        <p:spPr>
          <a:xfrm>
            <a:off x="7178040" y="3794760"/>
            <a:ext cx="2011680" cy="1097280"/>
          </a:xfrm>
          <a:prstGeom prst="roundRect">
            <a:avLst>
              <a:gd name="adj" fmla="val 10000"/>
            </a:avLst>
          </a:prstGeom>
          <a:solidFill>
            <a:srgbClr val="E4F5E8"/>
          </a:solidFill>
          <a:ln w="19050">
            <a:solidFill>
              <a:srgbClr val="A9D9B5"/>
            </a:solidFill>
            <a:prstDash val="solid"/>
          </a:ln>
        </p:spPr>
        <p:txBody>
          <a:bodyPr/>
          <a:lstStyle/>
          <a:p>
            <a:endParaRPr/>
          </a:p>
        </p:txBody>
      </p:sp>
      <p:sp>
        <p:nvSpPr>
          <p:cNvPr id="31" name="Text 27"/>
          <p:cNvSpPr txBox="1"/>
          <p:nvPr/>
        </p:nvSpPr>
        <p:spPr>
          <a:xfrm>
            <a:off x="7251192" y="3794760"/>
            <a:ext cx="1865376" cy="1097280"/>
          </a:xfrm>
          <a:prstGeom prst="rect">
            <a:avLst/>
          </a:prstGeom>
          <a:noFill/>
          <a:ln/>
        </p:spPr>
        <p:txBody>
          <a:bodyPr wrap="square" lIns="0" tIns="0" rIns="0" bIns="0" rtlCol="0" anchor="ctr"/>
          <a:lstStyle/>
          <a:p>
            <a:pPr marL="0" indent="0" algn="ctr">
              <a:buNone/>
            </a:pPr>
            <a:r>
              <a:rPr lang="en-US" sz="1600" b="1" dirty="0">
                <a:solidFill>
                  <a:srgbClr val="1A1A2E"/>
                </a:solidFill>
                <a:latin typeface="Calibri" pitchFamily="34" charset="0"/>
                <a:ea typeface="Calibri" pitchFamily="34" charset="-122"/>
                <a:cs typeface="Calibri" pitchFamily="34" charset="-120"/>
              </a:rPr>
              <a:t>DocAutoSave</a:t>
            </a:r>
            <a:endParaRPr lang="en-US" sz="1600" dirty="0"/>
          </a:p>
          <a:p>
            <a:pPr marL="0" indent="0" algn="ctr">
              <a:buNone/>
            </a:pPr>
            <a:r>
              <a:rPr lang="en-US" sz="1400" dirty="0">
                <a:solidFill>
                  <a:srgbClr val="444444"/>
                </a:solidFill>
                <a:latin typeface="Calibri" pitchFamily="34" charset="0"/>
                <a:ea typeface="Calibri" pitchFamily="34" charset="-122"/>
                <a:cs typeface="Calibri" pitchFamily="34" charset="-120"/>
              </a:rPr>
              <a:t>benign</a:t>
            </a:r>
            <a:endParaRPr lang="en-US" sz="1600" dirty="0"/>
          </a:p>
        </p:txBody>
      </p:sp>
      <p:sp>
        <p:nvSpPr>
          <p:cNvPr id="32" name="Shape 28"/>
          <p:cNvSpPr/>
          <p:nvPr/>
        </p:nvSpPr>
        <p:spPr>
          <a:xfrm>
            <a:off x="9326880" y="3794760"/>
            <a:ext cx="2011680" cy="1097280"/>
          </a:xfrm>
          <a:prstGeom prst="roundRect">
            <a:avLst>
              <a:gd name="adj" fmla="val 10000"/>
            </a:avLst>
          </a:prstGeom>
          <a:solidFill>
            <a:srgbClr val="E4F5E8"/>
          </a:solidFill>
          <a:ln w="19050">
            <a:solidFill>
              <a:srgbClr val="A9D9B5"/>
            </a:solidFill>
            <a:prstDash val="solid"/>
          </a:ln>
        </p:spPr>
        <p:txBody>
          <a:bodyPr/>
          <a:lstStyle/>
          <a:p>
            <a:endParaRPr/>
          </a:p>
        </p:txBody>
      </p:sp>
      <p:sp>
        <p:nvSpPr>
          <p:cNvPr id="33" name="Text 29"/>
          <p:cNvSpPr txBox="1"/>
          <p:nvPr/>
        </p:nvSpPr>
        <p:spPr>
          <a:xfrm>
            <a:off x="9400032" y="3794760"/>
            <a:ext cx="1865376" cy="1097280"/>
          </a:xfrm>
          <a:prstGeom prst="rect">
            <a:avLst/>
          </a:prstGeom>
          <a:noFill/>
          <a:ln/>
        </p:spPr>
        <p:txBody>
          <a:bodyPr wrap="square" lIns="0" tIns="0" rIns="0" bIns="0" rtlCol="0" anchor="ctr"/>
          <a:lstStyle/>
          <a:p>
            <a:pPr marL="0" indent="0" algn="ctr">
              <a:buNone/>
            </a:pPr>
            <a:r>
              <a:rPr lang="en-US" sz="1600" b="1" dirty="0">
                <a:solidFill>
                  <a:srgbClr val="1A1A2E"/>
                </a:solidFill>
                <a:latin typeface="Calibri" pitchFamily="34" charset="0"/>
                <a:ea typeface="Calibri" pitchFamily="34" charset="-122"/>
                <a:cs typeface="Calibri" pitchFamily="34" charset="-120"/>
              </a:rPr>
              <a:t>PhotoSync</a:t>
            </a:r>
            <a:endParaRPr lang="en-US" sz="1600" dirty="0"/>
          </a:p>
          <a:p>
            <a:pPr marL="0" indent="0" algn="ctr">
              <a:buNone/>
            </a:pPr>
            <a:r>
              <a:rPr lang="en-US" sz="1400" dirty="0">
                <a:solidFill>
                  <a:srgbClr val="444444"/>
                </a:solidFill>
                <a:latin typeface="Calibri" pitchFamily="34" charset="0"/>
                <a:ea typeface="Calibri" pitchFamily="34" charset="-122"/>
                <a:cs typeface="Calibri" pitchFamily="34" charset="-120"/>
              </a:rPr>
              <a:t>benign</a:t>
            </a:r>
            <a:endParaRPr lang="en-US" sz="1600" dirty="0"/>
          </a:p>
        </p:txBody>
      </p:sp>
      <p:sp>
        <p:nvSpPr>
          <p:cNvPr id="34" name="Shape 30"/>
          <p:cNvSpPr/>
          <p:nvPr/>
        </p:nvSpPr>
        <p:spPr>
          <a:xfrm>
            <a:off x="548640" y="5394960"/>
            <a:ext cx="11064240" cy="731520"/>
          </a:xfrm>
          <a:prstGeom prst="roundRect">
            <a:avLst>
              <a:gd name="adj" fmla="val 15000"/>
            </a:avLst>
          </a:prstGeom>
          <a:solidFill>
            <a:srgbClr val="E4F5E8"/>
          </a:solidFill>
          <a:ln w="19050">
            <a:solidFill>
              <a:srgbClr val="A9D9B5"/>
            </a:solidFill>
            <a:prstDash val="solid"/>
          </a:ln>
        </p:spPr>
        <p:txBody>
          <a:bodyPr/>
          <a:lstStyle/>
          <a:p>
            <a:endParaRPr/>
          </a:p>
        </p:txBody>
      </p:sp>
      <p:sp>
        <p:nvSpPr>
          <p:cNvPr id="35" name="Text 31"/>
          <p:cNvSpPr txBox="1"/>
          <p:nvPr/>
        </p:nvSpPr>
        <p:spPr>
          <a:xfrm>
            <a:off x="731520" y="5394960"/>
            <a:ext cx="10698480" cy="731520"/>
          </a:xfrm>
          <a:prstGeom prst="rect">
            <a:avLst/>
          </a:prstGeom>
          <a:noFill/>
          <a:ln/>
        </p:spPr>
        <p:txBody>
          <a:bodyPr wrap="square" lIns="0" tIns="0" rIns="0" bIns="0" rtlCol="0" anchor="ctr"/>
          <a:lstStyle/>
          <a:p>
            <a:pPr marL="0" indent="0" algn="ctr">
              <a:buNone/>
            </a:pPr>
            <a:r>
              <a:rPr lang="en-US" sz="1600" dirty="0">
                <a:solidFill>
                  <a:srgbClr val="1A1A2E"/>
                </a:solidFill>
                <a:latin typeface="Aptos Narrow" panose="020B0004020202020204" pitchFamily="34" charset="0"/>
                <a:ea typeface="Calibri" pitchFamily="34" charset="-122"/>
                <a:cs typeface="Calibri" pitchFamily="34" charset="-120"/>
              </a:rPr>
              <a:t>Ethics and safety: no live malware • isolated emulator • only the test directory is touched</a:t>
            </a:r>
            <a:endParaRPr lang="en-US" sz="1600" dirty="0">
              <a:latin typeface="Aptos Narrow" panose="020B0004020202020204" pitchFamily="34" charset="0"/>
            </a:endParaRPr>
          </a:p>
        </p:txBody>
      </p:sp>
      <p:sp>
        <p:nvSpPr>
          <p:cNvPr id="36" name="Shape 2">
            <a:extLst>
              <a:ext uri="{FF2B5EF4-FFF2-40B4-BE49-F238E27FC236}">
                <a16:creationId xmlns:a16="http://schemas.microsoft.com/office/drawing/2014/main" id="{8330BA28-C49A-7208-919F-CF79F4C27EC4}"/>
              </a:ext>
            </a:extLst>
          </p:cNvPr>
          <p:cNvSpPr/>
          <p:nvPr/>
        </p:nvSpPr>
        <p:spPr>
          <a:xfrm>
            <a:off x="548640" y="1188720"/>
            <a:ext cx="11064240" cy="45720"/>
          </a:xfrm>
          <a:prstGeom prst="rect">
            <a:avLst/>
          </a:prstGeom>
          <a:solidFill>
            <a:srgbClr val="0000CC"/>
          </a:solidFill>
          <a:ln w="12700">
            <a:solidFill>
              <a:srgbClr val="0000CC"/>
            </a:solidFill>
            <a:prstDash val="solid"/>
          </a:ln>
        </p:spPr>
        <p:txBody>
          <a:bodyPr/>
          <a:lstStyle/>
          <a:p>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0" y="109728"/>
            <a:ext cx="12188952" cy="320040"/>
          </a:xfrm>
          <a:prstGeom prst="rect">
            <a:avLst/>
          </a:prstGeom>
          <a:noFill/>
          <a:ln/>
        </p:spPr>
        <p:txBody>
          <a:bodyPr wrap="square" lIns="0" tIns="0" rIns="0" bIns="0" rtlCol="0" anchor="ctr"/>
          <a:lstStyle/>
          <a:p>
            <a:pPr marL="0" indent="0" algn="ctr">
              <a:buNone/>
            </a:pPr>
            <a:r>
              <a:rPr lang="en-US" sz="1400" b="1" dirty="0">
                <a:solidFill>
                  <a:srgbClr val="0000CC"/>
                </a:solidFill>
                <a:latin typeface="Calibri" pitchFamily="34" charset="0"/>
                <a:ea typeface="Calibri" pitchFamily="34" charset="-122"/>
                <a:cs typeface="Calibri" pitchFamily="34" charset="-120"/>
              </a:rPr>
              <a:t>AIORI 3     Solution Optimization</a:t>
            </a:r>
            <a:endParaRPr lang="en-US" sz="1400" dirty="0"/>
          </a:p>
        </p:txBody>
      </p:sp>
      <p:pic>
        <p:nvPicPr>
          <p:cNvPr id="3" name="Image 0" descr="/home/claude/w/aiori_logo.png"/>
          <p:cNvPicPr>
            <a:picLocks noChangeAspect="1"/>
          </p:cNvPicPr>
          <p:nvPr/>
        </p:nvPicPr>
        <p:blipFill>
          <a:blip r:embed="rId3"/>
          <a:stretch>
            <a:fillRect/>
          </a:stretch>
        </p:blipFill>
        <p:spPr>
          <a:xfrm>
            <a:off x="11045952" y="493776"/>
            <a:ext cx="594360" cy="594360"/>
          </a:xfrm>
          <a:prstGeom prst="rect">
            <a:avLst/>
          </a:prstGeom>
        </p:spPr>
      </p:pic>
      <p:sp>
        <p:nvSpPr>
          <p:cNvPr id="4" name="Text 1"/>
          <p:cNvSpPr txBox="1"/>
          <p:nvPr/>
        </p:nvSpPr>
        <p:spPr>
          <a:xfrm>
            <a:off x="548640" y="502920"/>
            <a:ext cx="10424160" cy="685800"/>
          </a:xfrm>
          <a:prstGeom prst="rect">
            <a:avLst/>
          </a:prstGeom>
          <a:noFill/>
          <a:ln/>
        </p:spPr>
        <p:txBody>
          <a:bodyPr wrap="square" lIns="0" tIns="0" rIns="0" bIns="0" rtlCol="0" anchor="ctr"/>
          <a:lstStyle/>
          <a:p>
            <a:pPr marL="0" indent="0">
              <a:buNone/>
            </a:pPr>
            <a:r>
              <a:rPr lang="en-US" sz="3400" b="1" dirty="0">
                <a:solidFill>
                  <a:srgbClr val="0000CC"/>
                </a:solidFill>
                <a:latin typeface="Gadugi" panose="020B0502040204020203" pitchFamily="34" charset="0"/>
                <a:ea typeface="Gadugi" panose="020B0502040204020203" pitchFamily="34" charset="0"/>
                <a:cs typeface="Calibri" pitchFamily="34" charset="-120"/>
              </a:rPr>
              <a:t>Optimization Proposed</a:t>
            </a:r>
            <a:endParaRPr lang="en-US" sz="3400" dirty="0">
              <a:latin typeface="Gadugi" panose="020B0502040204020203" pitchFamily="34" charset="0"/>
              <a:ea typeface="Gadugi" panose="020B0502040204020203" pitchFamily="34" charset="0"/>
            </a:endParaRPr>
          </a:p>
        </p:txBody>
      </p:sp>
      <p:sp>
        <p:nvSpPr>
          <p:cNvPr id="6" name="Text 3"/>
          <p:cNvSpPr txBox="1"/>
          <p:nvPr/>
        </p:nvSpPr>
        <p:spPr>
          <a:xfrm>
            <a:off x="548640" y="6355080"/>
            <a:ext cx="7315200" cy="320040"/>
          </a:xfrm>
          <a:prstGeom prst="rect">
            <a:avLst/>
          </a:prstGeom>
          <a:noFill/>
          <a:ln/>
        </p:spPr>
        <p:txBody>
          <a:bodyPr wrap="square" lIns="0" tIns="0" rIns="0" bIns="0" rtlCol="0" anchor="ctr"/>
          <a:lstStyle/>
          <a:p>
            <a:pPr marL="0" indent="0">
              <a:buNone/>
            </a:pPr>
            <a:r>
              <a:rPr lang="en-US" sz="1200" dirty="0">
                <a:solidFill>
                  <a:srgbClr val="0000CC"/>
                </a:solidFill>
                <a:latin typeface="Calibri" pitchFamily="34" charset="0"/>
                <a:ea typeface="Calibri" pitchFamily="34" charset="-122"/>
                <a:cs typeface="Calibri" pitchFamily="34" charset="-120"/>
              </a:rPr>
              <a:t>S. Maiti et al. • </a:t>
            </a:r>
            <a:r>
              <a:rPr lang="en-US" sz="1200" b="1" dirty="0">
                <a:solidFill>
                  <a:srgbClr val="0000CC"/>
                </a:solidFill>
                <a:latin typeface="Calibri" pitchFamily="34" charset="0"/>
                <a:ea typeface="Calibri" pitchFamily="34" charset="-122"/>
                <a:cs typeface="Calibri" pitchFamily="34" charset="-120"/>
              </a:rPr>
              <a:t>A3-PS001-TC171</a:t>
            </a:r>
            <a:r>
              <a:rPr lang="en-US" sz="1200" dirty="0">
                <a:solidFill>
                  <a:srgbClr val="0000CC"/>
                </a:solidFill>
                <a:latin typeface="Calibri" pitchFamily="34" charset="0"/>
                <a:ea typeface="Calibri" pitchFamily="34" charset="-122"/>
                <a:cs typeface="Calibri" pitchFamily="34" charset="-120"/>
              </a:rPr>
              <a:t> • October 5, 2026</a:t>
            </a:r>
            <a:endParaRPr lang="en-US" sz="1200" dirty="0"/>
          </a:p>
        </p:txBody>
      </p:sp>
      <p:sp>
        <p:nvSpPr>
          <p:cNvPr id="7" name="Text 4"/>
          <p:cNvSpPr txBox="1"/>
          <p:nvPr/>
        </p:nvSpPr>
        <p:spPr>
          <a:xfrm>
            <a:off x="10698480" y="6355080"/>
            <a:ext cx="941832" cy="320040"/>
          </a:xfrm>
          <a:prstGeom prst="rect">
            <a:avLst/>
          </a:prstGeom>
          <a:noFill/>
          <a:ln/>
        </p:spPr>
        <p:txBody>
          <a:bodyPr wrap="square" lIns="0" tIns="0" rIns="0" bIns="0" rtlCol="0" anchor="ctr"/>
          <a:lstStyle/>
          <a:p>
            <a:pPr marL="0" indent="0" algn="r">
              <a:buNone/>
            </a:pPr>
            <a:r>
              <a:rPr lang="en-US" sz="1200" dirty="0">
                <a:solidFill>
                  <a:srgbClr val="0000CC"/>
                </a:solidFill>
                <a:latin typeface="Calibri" pitchFamily="34" charset="0"/>
                <a:ea typeface="Calibri" pitchFamily="34" charset="-122"/>
                <a:cs typeface="Calibri" pitchFamily="34" charset="-120"/>
              </a:rPr>
              <a:t>7 / 12</a:t>
            </a:r>
            <a:endParaRPr lang="en-US" sz="1200" dirty="0"/>
          </a:p>
        </p:txBody>
      </p:sp>
      <p:sp>
        <p:nvSpPr>
          <p:cNvPr id="8" name="Shape 5"/>
          <p:cNvSpPr/>
          <p:nvPr/>
        </p:nvSpPr>
        <p:spPr>
          <a:xfrm>
            <a:off x="0" y="6784848"/>
            <a:ext cx="7112000" cy="73152"/>
          </a:xfrm>
          <a:prstGeom prst="rect">
            <a:avLst/>
          </a:prstGeom>
          <a:solidFill>
            <a:srgbClr val="E3EBFF"/>
          </a:solidFill>
          <a:ln w="12700">
            <a:solidFill>
              <a:srgbClr val="E3EBFF"/>
            </a:solidFill>
            <a:prstDash val="solid"/>
          </a:ln>
        </p:spPr>
        <p:txBody>
          <a:bodyPr/>
          <a:lstStyle/>
          <a:p>
            <a:endParaRPr/>
          </a:p>
        </p:txBody>
      </p:sp>
      <p:sp>
        <p:nvSpPr>
          <p:cNvPr id="9" name="Shape 6"/>
          <p:cNvSpPr/>
          <p:nvPr/>
        </p:nvSpPr>
        <p:spPr>
          <a:xfrm>
            <a:off x="0" y="6784848"/>
            <a:ext cx="7112000" cy="73152"/>
          </a:xfrm>
          <a:prstGeom prst="rect">
            <a:avLst/>
          </a:prstGeom>
          <a:solidFill>
            <a:srgbClr val="0000CC"/>
          </a:solidFill>
          <a:ln w="12700">
            <a:solidFill>
              <a:srgbClr val="0000CC"/>
            </a:solidFill>
            <a:prstDash val="solid"/>
          </a:ln>
        </p:spPr>
        <p:txBody>
          <a:bodyPr/>
          <a:lstStyle/>
          <a:p>
            <a:endParaRPr/>
          </a:p>
        </p:txBody>
      </p:sp>
      <p:sp>
        <p:nvSpPr>
          <p:cNvPr id="11" name="Text 7"/>
          <p:cNvSpPr txBox="1"/>
          <p:nvPr/>
        </p:nvSpPr>
        <p:spPr>
          <a:xfrm>
            <a:off x="548640" y="1417320"/>
            <a:ext cx="5486400" cy="365760"/>
          </a:xfrm>
          <a:prstGeom prst="rect">
            <a:avLst/>
          </a:prstGeom>
          <a:noFill/>
          <a:ln/>
        </p:spPr>
        <p:txBody>
          <a:bodyPr wrap="square" lIns="0" tIns="0" rIns="0" bIns="0" rtlCol="0" anchor="ctr"/>
          <a:lstStyle/>
          <a:p>
            <a:pPr marL="0" indent="0" algn="l">
              <a:buNone/>
            </a:pPr>
            <a:r>
              <a:rPr lang="en-US" sz="1700" b="1" dirty="0">
                <a:solidFill>
                  <a:srgbClr val="0000CC"/>
                </a:solidFill>
                <a:latin typeface="Aptos Narrow" panose="020B0004020202020204" pitchFamily="34" charset="0"/>
                <a:ea typeface="Calibri" pitchFamily="34" charset="-122"/>
                <a:cs typeface="Calibri" pitchFamily="34" charset="-120"/>
              </a:rPr>
              <a:t>Design decisions</a:t>
            </a:r>
            <a:endParaRPr lang="en-US" sz="1700" dirty="0">
              <a:latin typeface="Aptos Narrow" panose="020B0004020202020204" pitchFamily="34" charset="0"/>
            </a:endParaRPr>
          </a:p>
        </p:txBody>
      </p:sp>
      <p:sp>
        <p:nvSpPr>
          <p:cNvPr id="12" name="Text 8"/>
          <p:cNvSpPr txBox="1"/>
          <p:nvPr/>
        </p:nvSpPr>
        <p:spPr>
          <a:xfrm>
            <a:off x="6309360" y="1417320"/>
            <a:ext cx="5303520" cy="365760"/>
          </a:xfrm>
          <a:prstGeom prst="rect">
            <a:avLst/>
          </a:prstGeom>
          <a:noFill/>
          <a:ln/>
        </p:spPr>
        <p:txBody>
          <a:bodyPr wrap="square" lIns="0" tIns="0" rIns="0" bIns="0" rtlCol="0" anchor="ctr"/>
          <a:lstStyle/>
          <a:p>
            <a:pPr marL="0" indent="0" algn="l">
              <a:buNone/>
            </a:pPr>
            <a:r>
              <a:rPr lang="en-US" sz="1700" b="1" dirty="0">
                <a:solidFill>
                  <a:srgbClr val="0000CC"/>
                </a:solidFill>
                <a:latin typeface="Aptos Narrow" panose="020B0004020202020204" pitchFamily="34" charset="0"/>
                <a:ea typeface="Calibri" pitchFamily="34" charset="-122"/>
                <a:cs typeface="Calibri" pitchFamily="34" charset="-120"/>
              </a:rPr>
              <a:t>Lab results (5 runs)</a:t>
            </a:r>
            <a:endParaRPr lang="en-US" sz="1700" dirty="0">
              <a:latin typeface="Aptos Narrow" panose="020B0004020202020204" pitchFamily="34" charset="0"/>
            </a:endParaRPr>
          </a:p>
        </p:txBody>
      </p:sp>
      <p:graphicFrame>
        <p:nvGraphicFramePr>
          <p:cNvPr id="10" name="Table 0"/>
          <p:cNvGraphicFramePr>
            <a:graphicFrameLocks noGrp="1"/>
          </p:cNvGraphicFramePr>
          <p:nvPr>
            <p:extLst>
              <p:ext uri="{D42A27DB-BD31-4B8C-83A1-F6EECF244321}">
                <p14:modId xmlns:p14="http://schemas.microsoft.com/office/powerpoint/2010/main" val="818726748"/>
              </p:ext>
            </p:extLst>
          </p:nvPr>
        </p:nvGraphicFramePr>
        <p:xfrm>
          <a:off x="548640" y="1828800"/>
          <a:ext cx="5486400" cy="2834640"/>
        </p:xfrm>
        <a:graphic>
          <a:graphicData uri="http://schemas.openxmlformats.org/drawingml/2006/table">
            <a:tbl>
              <a:tblPr/>
              <a:tblGrid>
                <a:gridCol w="12801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566928">
                <a:tc>
                  <a:txBody>
                    <a:bodyPr/>
                    <a:lstStyle/>
                    <a:p>
                      <a:pPr marL="0" indent="0">
                        <a:buNone/>
                      </a:pPr>
                      <a:r>
                        <a:rPr lang="en-US" sz="1400" b="1" dirty="0">
                          <a:solidFill>
                            <a:srgbClr val="1A1A2E"/>
                          </a:solidFill>
                          <a:latin typeface="Segoe UI" panose="020B0502040204020203" pitchFamily="34" charset="0"/>
                          <a:ea typeface="Calibri" pitchFamily="34" charset="-122"/>
                          <a:cs typeface="Segoe UI" panose="020B0502040204020203" pitchFamily="34" charset="0"/>
                        </a:rPr>
                        <a:t>Decision</a:t>
                      </a:r>
                      <a:endParaRPr lang="en-US" sz="14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DD9F7"/>
                    </a:solidFill>
                  </a:tcPr>
                </a:tc>
                <a:tc>
                  <a:txBody>
                    <a:bodyPr/>
                    <a:lstStyle/>
                    <a:p>
                      <a:pPr marL="0" indent="0">
                        <a:buNone/>
                      </a:pPr>
                      <a:r>
                        <a:rPr lang="en-US" sz="1400" b="1" dirty="0">
                          <a:solidFill>
                            <a:srgbClr val="1A1A2E"/>
                          </a:solidFill>
                          <a:latin typeface="Segoe UI" panose="020B0502040204020203" pitchFamily="34" charset="0"/>
                          <a:ea typeface="Calibri" pitchFamily="34" charset="-122"/>
                          <a:cs typeface="Segoe UI" panose="020B0502040204020203" pitchFamily="34" charset="0"/>
                        </a:rPr>
                        <a:t>Baseline</a:t>
                      </a:r>
                      <a:endParaRPr lang="en-US" sz="14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FB4B4"/>
                    </a:solidFill>
                  </a:tcPr>
                </a:tc>
                <a:tc>
                  <a:txBody>
                    <a:bodyPr/>
                    <a:lstStyle/>
                    <a:p>
                      <a:pPr marL="0" indent="0">
                        <a:buNone/>
                      </a:pPr>
                      <a:r>
                        <a:rPr lang="en-US" sz="1400" b="1" dirty="0">
                          <a:solidFill>
                            <a:srgbClr val="1A1A2E"/>
                          </a:solidFill>
                          <a:latin typeface="Segoe UI" panose="020B0502040204020203" pitchFamily="34" charset="0"/>
                          <a:ea typeface="Calibri" pitchFamily="34" charset="-122"/>
                          <a:cs typeface="Segoe UI" panose="020B0502040204020203" pitchFamily="34" charset="0"/>
                        </a:rPr>
                        <a:t>Ours</a:t>
                      </a:r>
                      <a:endParaRPr lang="en-US" sz="14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A9D9B5"/>
                    </a:solidFill>
                  </a:tcPr>
                </a:tc>
                <a:extLst>
                  <a:ext uri="{0D108BD9-81ED-4DB2-BD59-A6C34878D82A}">
                    <a16:rowId xmlns:a16="http://schemas.microsoft.com/office/drawing/2014/main" val="10000"/>
                  </a:ext>
                </a:extLst>
              </a:tr>
              <a:tr h="566928">
                <a:tc>
                  <a:txBody>
                    <a:bodyPr/>
                    <a:lstStyle/>
                    <a:p>
                      <a:pPr marL="0" indent="0">
                        <a:buNone/>
                      </a:pPr>
                      <a:r>
                        <a:rPr lang="en-US" sz="1500" b="1" dirty="0">
                          <a:solidFill>
                            <a:srgbClr val="1A1A2E"/>
                          </a:solidFill>
                          <a:latin typeface="Segoe UI" panose="020B0502040204020203" pitchFamily="34" charset="0"/>
                          <a:ea typeface="Calibri" pitchFamily="34" charset="-122"/>
                          <a:cs typeface="Segoe UI" panose="020B0502040204020203" pitchFamily="34" charset="0"/>
                        </a:rPr>
                        <a:t>Trigger</a:t>
                      </a:r>
                      <a:endParaRPr lang="en-US" sz="15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3EBFF"/>
                    </a:solidFill>
                  </a:tcPr>
                </a:tc>
                <a:tc>
                  <a:txBody>
                    <a:bodyPr/>
                    <a:lstStyle/>
                    <a:p>
                      <a:pPr marL="0" indent="0">
                        <a:buNone/>
                      </a:pPr>
                      <a:r>
                        <a:rPr lang="en-US" sz="1500" dirty="0">
                          <a:solidFill>
                            <a:srgbClr val="1A1A2E"/>
                          </a:solidFill>
                          <a:latin typeface="Segoe UI" panose="020B0502040204020203" pitchFamily="34" charset="0"/>
                          <a:ea typeface="Calibri" pitchFamily="34" charset="-122"/>
                          <a:cs typeface="Segoe UI" panose="020B0502040204020203" pitchFamily="34" charset="0"/>
                        </a:rPr>
                        <a:t>Any rename</a:t>
                      </a:r>
                      <a:endParaRPr lang="en-US" sz="15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DE7E7"/>
                    </a:solidFill>
                  </a:tcPr>
                </a:tc>
                <a:tc>
                  <a:txBody>
                    <a:bodyPr/>
                    <a:lstStyle/>
                    <a:p>
                      <a:pPr marL="0" indent="0">
                        <a:buNone/>
                      </a:pPr>
                      <a:r>
                        <a:rPr lang="en-US" sz="1500" dirty="0">
                          <a:solidFill>
                            <a:srgbClr val="1A1A2E"/>
                          </a:solidFill>
                          <a:latin typeface="Segoe UI" panose="020B0502040204020203" pitchFamily="34" charset="0"/>
                          <a:ea typeface="Calibri" pitchFamily="34" charset="-122"/>
                          <a:cs typeface="Segoe UI" panose="020B0502040204020203" pitchFamily="34" charset="0"/>
                        </a:rPr>
                        <a:t>Renames in the test path</a:t>
                      </a:r>
                      <a:endParaRPr lang="en-US" sz="15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4F5E8"/>
                    </a:solidFill>
                  </a:tcPr>
                </a:tc>
                <a:extLst>
                  <a:ext uri="{0D108BD9-81ED-4DB2-BD59-A6C34878D82A}">
                    <a16:rowId xmlns:a16="http://schemas.microsoft.com/office/drawing/2014/main" val="10001"/>
                  </a:ext>
                </a:extLst>
              </a:tr>
              <a:tr h="566928">
                <a:tc>
                  <a:txBody>
                    <a:bodyPr/>
                    <a:lstStyle/>
                    <a:p>
                      <a:pPr marL="0" indent="0">
                        <a:buNone/>
                      </a:pPr>
                      <a:r>
                        <a:rPr lang="en-US" sz="1500" b="1" dirty="0">
                          <a:solidFill>
                            <a:srgbClr val="1A1A2E"/>
                          </a:solidFill>
                          <a:latin typeface="Segoe UI" panose="020B0502040204020203" pitchFamily="34" charset="0"/>
                          <a:ea typeface="Calibri" pitchFamily="34" charset="-122"/>
                          <a:cs typeface="Segoe UI" panose="020B0502040204020203" pitchFamily="34" charset="0"/>
                        </a:rPr>
                        <a:t>Decision</a:t>
                      </a:r>
                      <a:endParaRPr lang="en-US" sz="15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3EBFF"/>
                    </a:solidFill>
                  </a:tcPr>
                </a:tc>
                <a:tc>
                  <a:txBody>
                    <a:bodyPr/>
                    <a:lstStyle/>
                    <a:p>
                      <a:pPr marL="0" indent="0">
                        <a:buNone/>
                      </a:pPr>
                      <a:r>
                        <a:rPr lang="en-US" sz="1500" dirty="0">
                          <a:solidFill>
                            <a:srgbClr val="1A1A2E"/>
                          </a:solidFill>
                          <a:latin typeface="Segoe UI" panose="020B0502040204020203" pitchFamily="34" charset="0"/>
                          <a:ea typeface="Calibri" pitchFamily="34" charset="-122"/>
                          <a:cs typeface="Segoe UI" panose="020B0502040204020203" pitchFamily="34" charset="0"/>
                        </a:rPr>
                        <a:t>Single event</a:t>
                      </a:r>
                      <a:endParaRPr lang="en-US" sz="15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DE7E7"/>
                    </a:solidFill>
                  </a:tcPr>
                </a:tc>
                <a:tc>
                  <a:txBody>
                    <a:bodyPr/>
                    <a:lstStyle/>
                    <a:p>
                      <a:pPr marL="0" indent="0">
                        <a:buNone/>
                      </a:pPr>
                      <a:r>
                        <a:rPr lang="en-US" sz="1500" dirty="0">
                          <a:solidFill>
                            <a:srgbClr val="1A1A2E"/>
                          </a:solidFill>
                          <a:latin typeface="Segoe UI" panose="020B0502040204020203" pitchFamily="34" charset="0"/>
                          <a:ea typeface="Calibri" pitchFamily="34" charset="-122"/>
                          <a:cs typeface="Segoe UI" panose="020B0502040204020203" pitchFamily="34" charset="0"/>
                        </a:rPr>
                        <a:t>≥ 10 events in 2 s</a:t>
                      </a:r>
                      <a:endParaRPr lang="en-US" sz="15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4F5E8"/>
                    </a:solidFill>
                  </a:tcPr>
                </a:tc>
                <a:extLst>
                  <a:ext uri="{0D108BD9-81ED-4DB2-BD59-A6C34878D82A}">
                    <a16:rowId xmlns:a16="http://schemas.microsoft.com/office/drawing/2014/main" val="10002"/>
                  </a:ext>
                </a:extLst>
              </a:tr>
              <a:tr h="566928">
                <a:tc>
                  <a:txBody>
                    <a:bodyPr/>
                    <a:lstStyle/>
                    <a:p>
                      <a:pPr marL="0" indent="0">
                        <a:buNone/>
                      </a:pPr>
                      <a:r>
                        <a:rPr lang="en-US" sz="1500" b="1" dirty="0">
                          <a:solidFill>
                            <a:srgbClr val="1A1A2E"/>
                          </a:solidFill>
                          <a:latin typeface="Segoe UI" panose="020B0502040204020203" pitchFamily="34" charset="0"/>
                          <a:ea typeface="Calibri" pitchFamily="34" charset="-122"/>
                          <a:cs typeface="Segoe UI" panose="020B0502040204020203" pitchFamily="34" charset="0"/>
                        </a:rPr>
                        <a:t>Response</a:t>
                      </a:r>
                      <a:endParaRPr lang="en-US" sz="15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3EBFF"/>
                    </a:solidFill>
                  </a:tcPr>
                </a:tc>
                <a:tc>
                  <a:txBody>
                    <a:bodyPr/>
                    <a:lstStyle/>
                    <a:p>
                      <a:pPr marL="0" indent="0">
                        <a:buNone/>
                      </a:pPr>
                      <a:r>
                        <a:rPr lang="en-US" sz="1500" dirty="0">
                          <a:solidFill>
                            <a:srgbClr val="1A1A2E"/>
                          </a:solidFill>
                          <a:latin typeface="Segoe UI" panose="020B0502040204020203" pitchFamily="34" charset="0"/>
                          <a:ea typeface="Calibri" pitchFamily="34" charset="-122"/>
                          <a:cs typeface="Segoe UI" panose="020B0502040204020203" pitchFamily="34" charset="0"/>
                        </a:rPr>
                        <a:t>Manual stop</a:t>
                      </a:r>
                      <a:endParaRPr lang="en-US" sz="15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DE7E7"/>
                    </a:solidFill>
                  </a:tcPr>
                </a:tc>
                <a:tc>
                  <a:txBody>
                    <a:bodyPr/>
                    <a:lstStyle/>
                    <a:p>
                      <a:pPr marL="0" indent="0">
                        <a:buNone/>
                      </a:pPr>
                      <a:r>
                        <a:rPr lang="en-US" sz="1500" dirty="0">
                          <a:solidFill>
                            <a:srgbClr val="1A1A2E"/>
                          </a:solidFill>
                          <a:latin typeface="Segoe UI" panose="020B0502040204020203" pitchFamily="34" charset="0"/>
                          <a:ea typeface="Calibri" pitchFamily="34" charset="-122"/>
                          <a:cs typeface="Segoe UI" panose="020B0502040204020203" pitchFamily="34" charset="0"/>
                        </a:rPr>
                        <a:t>Auto force-stop of test app</a:t>
                      </a:r>
                      <a:endParaRPr lang="en-US" sz="15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4F5E8"/>
                    </a:solidFill>
                  </a:tcPr>
                </a:tc>
                <a:extLst>
                  <a:ext uri="{0D108BD9-81ED-4DB2-BD59-A6C34878D82A}">
                    <a16:rowId xmlns:a16="http://schemas.microsoft.com/office/drawing/2014/main" val="10003"/>
                  </a:ext>
                </a:extLst>
              </a:tr>
              <a:tr h="566928">
                <a:tc>
                  <a:txBody>
                    <a:bodyPr/>
                    <a:lstStyle/>
                    <a:p>
                      <a:pPr marL="0" indent="0">
                        <a:buNone/>
                      </a:pPr>
                      <a:r>
                        <a:rPr lang="en-US" sz="1500" b="1" dirty="0">
                          <a:solidFill>
                            <a:srgbClr val="1A1A2E"/>
                          </a:solidFill>
                          <a:latin typeface="Segoe UI" panose="020B0502040204020203" pitchFamily="34" charset="0"/>
                          <a:ea typeface="Calibri" pitchFamily="34" charset="-122"/>
                          <a:cs typeface="Segoe UI" panose="020B0502040204020203" pitchFamily="34" charset="0"/>
                        </a:rPr>
                        <a:t>Telemetry</a:t>
                      </a:r>
                      <a:endParaRPr lang="en-US" sz="15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3EBFF"/>
                    </a:solidFill>
                  </a:tcPr>
                </a:tc>
                <a:tc>
                  <a:txBody>
                    <a:bodyPr/>
                    <a:lstStyle/>
                    <a:p>
                      <a:pPr marL="0" indent="0">
                        <a:buNone/>
                      </a:pPr>
                      <a:r>
                        <a:rPr lang="en-US" sz="1500" dirty="0">
                          <a:solidFill>
                            <a:srgbClr val="1A1A2E"/>
                          </a:solidFill>
                          <a:latin typeface="Segoe UI" panose="020B0502040204020203" pitchFamily="34" charset="0"/>
                          <a:ea typeface="Calibri" pitchFamily="34" charset="-122"/>
                          <a:cs typeface="Segoe UI" panose="020B0502040204020203" pitchFamily="34" charset="0"/>
                        </a:rPr>
                        <a:t>None</a:t>
                      </a:r>
                      <a:endParaRPr lang="en-US" sz="15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DE7E7"/>
                    </a:solidFill>
                  </a:tcPr>
                </a:tc>
                <a:tc>
                  <a:txBody>
                    <a:bodyPr/>
                    <a:lstStyle/>
                    <a:p>
                      <a:pPr marL="0" indent="0">
                        <a:buNone/>
                      </a:pPr>
                      <a:r>
                        <a:rPr lang="en-US" sz="1500" dirty="0">
                          <a:solidFill>
                            <a:srgbClr val="1A1A2E"/>
                          </a:solidFill>
                          <a:latin typeface="Segoe UI" panose="020B0502040204020203" pitchFamily="34" charset="0"/>
                          <a:ea typeface="Calibri" pitchFamily="34" charset="-122"/>
                          <a:cs typeface="Segoe UI" panose="020B0502040204020203" pitchFamily="34" charset="0"/>
                        </a:rPr>
                        <a:t>Delay and files changed</a:t>
                      </a:r>
                      <a:endParaRPr lang="en-US" sz="15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4F5E8"/>
                    </a:solidFill>
                  </a:tcPr>
                </a:tc>
                <a:extLst>
                  <a:ext uri="{0D108BD9-81ED-4DB2-BD59-A6C34878D82A}">
                    <a16:rowId xmlns:a16="http://schemas.microsoft.com/office/drawing/2014/main" val="10004"/>
                  </a:ext>
                </a:extLst>
              </a:tr>
            </a:tbl>
          </a:graphicData>
        </a:graphic>
      </p:graphicFrame>
      <p:graphicFrame>
        <p:nvGraphicFramePr>
          <p:cNvPr id="13" name="Table 1"/>
          <p:cNvGraphicFramePr>
            <a:graphicFrameLocks noGrp="1"/>
          </p:cNvGraphicFramePr>
          <p:nvPr>
            <p:extLst>
              <p:ext uri="{D42A27DB-BD31-4B8C-83A1-F6EECF244321}">
                <p14:modId xmlns:p14="http://schemas.microsoft.com/office/powerpoint/2010/main" val="3324880353"/>
              </p:ext>
            </p:extLst>
          </p:nvPr>
        </p:nvGraphicFramePr>
        <p:xfrm>
          <a:off x="6309360" y="1828800"/>
          <a:ext cx="5303520" cy="2743200"/>
        </p:xfrm>
        <a:graphic>
          <a:graphicData uri="http://schemas.openxmlformats.org/drawingml/2006/table">
            <a:tbl>
              <a:tblPr/>
              <a:tblGrid>
                <a:gridCol w="20116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457200">
                <a:tc>
                  <a:txBody>
                    <a:bodyPr/>
                    <a:lstStyle/>
                    <a:p>
                      <a:pPr marL="0" indent="0">
                        <a:buNone/>
                      </a:pPr>
                      <a:r>
                        <a:rPr lang="en-US" sz="1400" b="1" dirty="0">
                          <a:solidFill>
                            <a:srgbClr val="1A1A2E"/>
                          </a:solidFill>
                          <a:latin typeface="Segoe UI" panose="020B0502040204020203" pitchFamily="34" charset="0"/>
                          <a:ea typeface="Calibri" pitchFamily="34" charset="-122"/>
                          <a:cs typeface="Segoe UI" panose="020B0502040204020203" pitchFamily="34" charset="0"/>
                        </a:rPr>
                        <a:t>Workload</a:t>
                      </a:r>
                      <a:endParaRPr lang="en-US" sz="14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DD9F7"/>
                    </a:solidFill>
                  </a:tcPr>
                </a:tc>
                <a:tc>
                  <a:txBody>
                    <a:bodyPr/>
                    <a:lstStyle/>
                    <a:p>
                      <a:pPr marL="0" indent="0">
                        <a:buNone/>
                      </a:pPr>
                      <a:r>
                        <a:rPr lang="en-US" sz="1400" b="1" dirty="0">
                          <a:solidFill>
                            <a:srgbClr val="1A1A2E"/>
                          </a:solidFill>
                          <a:latin typeface="Segoe UI" panose="020B0502040204020203" pitchFamily="34" charset="0"/>
                          <a:ea typeface="Calibri" pitchFamily="34" charset="-122"/>
                          <a:cs typeface="Segoe UI" panose="020B0502040204020203" pitchFamily="34" charset="0"/>
                        </a:rPr>
                        <a:t>Result</a:t>
                      </a:r>
                      <a:endParaRPr lang="en-US" sz="14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DD9F7"/>
                    </a:solidFill>
                  </a:tcPr>
                </a:tc>
                <a:tc>
                  <a:txBody>
                    <a:bodyPr/>
                    <a:lstStyle/>
                    <a:p>
                      <a:pPr marL="0" indent="0">
                        <a:buNone/>
                      </a:pPr>
                      <a:r>
                        <a:rPr lang="en-US" sz="1400" b="1" dirty="0">
                          <a:solidFill>
                            <a:srgbClr val="1A1A2E"/>
                          </a:solidFill>
                          <a:latin typeface="Segoe UI" panose="020B0502040204020203" pitchFamily="34" charset="0"/>
                          <a:ea typeface="Calibri" pitchFamily="34" charset="-122"/>
                          <a:cs typeface="Segoe UI" panose="020B0502040204020203" pitchFamily="34" charset="0"/>
                        </a:rPr>
                        <a:t>Delay</a:t>
                      </a:r>
                      <a:endParaRPr lang="en-US" sz="14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DD9F7"/>
                    </a:solidFill>
                  </a:tcPr>
                </a:tc>
                <a:tc>
                  <a:txBody>
                    <a:bodyPr/>
                    <a:lstStyle/>
                    <a:p>
                      <a:pPr marL="0" indent="0">
                        <a:buNone/>
                      </a:pPr>
                      <a:r>
                        <a:rPr lang="en-US" sz="1400" b="1" dirty="0">
                          <a:solidFill>
                            <a:srgbClr val="1A1A2E"/>
                          </a:solidFill>
                          <a:latin typeface="Segoe UI" panose="020B0502040204020203" pitchFamily="34" charset="0"/>
                          <a:ea typeface="Calibri" pitchFamily="34" charset="-122"/>
                          <a:cs typeface="Segoe UI" panose="020B0502040204020203" pitchFamily="34" charset="0"/>
                        </a:rPr>
                        <a:t>Files</a:t>
                      </a:r>
                      <a:endParaRPr lang="en-US" sz="14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DD9F7"/>
                    </a:solidFill>
                  </a:tcPr>
                </a:tc>
                <a:extLst>
                  <a:ext uri="{0D108BD9-81ED-4DB2-BD59-A6C34878D82A}">
                    <a16:rowId xmlns:a16="http://schemas.microsoft.com/office/drawing/2014/main" val="10000"/>
                  </a:ext>
                </a:extLst>
              </a:tr>
              <a:tr h="457200">
                <a:tc>
                  <a:txBody>
                    <a:bodyPr/>
                    <a:lstStyle/>
                    <a:p>
                      <a:pPr marL="0" indent="0">
                        <a:buNone/>
                      </a:pPr>
                      <a:r>
                        <a:rPr lang="en-US" sz="1400" b="1" dirty="0">
                          <a:solidFill>
                            <a:srgbClr val="1A1A2E"/>
                          </a:solidFill>
                          <a:latin typeface="Segoe UI" panose="020B0502040204020203" pitchFamily="34" charset="0"/>
                          <a:ea typeface="Calibri" pitchFamily="34" charset="-122"/>
                          <a:cs typeface="Segoe UI" panose="020B0502040204020203" pitchFamily="34" charset="0"/>
                        </a:rPr>
                        <a:t>CryptoLocker-style</a:t>
                      </a:r>
                      <a:endParaRPr lang="en-US" sz="14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4F5E8"/>
                    </a:solidFill>
                  </a:tcPr>
                </a:tc>
                <a:tc>
                  <a:txBody>
                    <a:bodyPr/>
                    <a:lstStyle/>
                    <a:p>
                      <a:pPr marL="0" indent="0">
                        <a:buNone/>
                      </a:pPr>
                      <a:r>
                        <a:rPr lang="en-US" sz="1400" dirty="0">
                          <a:solidFill>
                            <a:srgbClr val="1A1A2E"/>
                          </a:solidFill>
                          <a:latin typeface="Segoe UI" panose="020B0502040204020203" pitchFamily="34" charset="0"/>
                          <a:ea typeface="Calibri" pitchFamily="34" charset="-122"/>
                          <a:cs typeface="Segoe UI" panose="020B0502040204020203" pitchFamily="34" charset="0"/>
                        </a:rPr>
                        <a:t>Stopped</a:t>
                      </a:r>
                      <a:endParaRPr lang="en-US" sz="14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4F5E8"/>
                    </a:solidFill>
                  </a:tcPr>
                </a:tc>
                <a:tc>
                  <a:txBody>
                    <a:bodyPr/>
                    <a:lstStyle/>
                    <a:p>
                      <a:pPr marL="0" indent="0" algn="ctr">
                        <a:buNone/>
                      </a:pPr>
                      <a:r>
                        <a:rPr lang="en-US" sz="1400" dirty="0">
                          <a:solidFill>
                            <a:srgbClr val="1A1A2E"/>
                          </a:solidFill>
                          <a:latin typeface="Segoe UI" panose="020B0502040204020203" pitchFamily="34" charset="0"/>
                          <a:ea typeface="Calibri" pitchFamily="34" charset="-122"/>
                          <a:cs typeface="Segoe UI" panose="020B0502040204020203" pitchFamily="34" charset="0"/>
                        </a:rPr>
                        <a:t>[ s ]</a:t>
                      </a:r>
                      <a:endParaRPr lang="en-US" sz="14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8CC"/>
                    </a:solidFill>
                  </a:tcPr>
                </a:tc>
                <a:tc>
                  <a:txBody>
                    <a:bodyPr/>
                    <a:lstStyle/>
                    <a:p>
                      <a:pPr marL="0" indent="0" algn="ctr">
                        <a:buNone/>
                      </a:pPr>
                      <a:r>
                        <a:rPr lang="en-US" sz="1400" dirty="0">
                          <a:solidFill>
                            <a:srgbClr val="1A1A2E"/>
                          </a:solidFill>
                          <a:latin typeface="Segoe UI" panose="020B0502040204020203" pitchFamily="34" charset="0"/>
                          <a:ea typeface="Calibri" pitchFamily="34" charset="-122"/>
                          <a:cs typeface="Segoe UI" panose="020B0502040204020203" pitchFamily="34" charset="0"/>
                        </a:rPr>
                        <a:t>[ n ]</a:t>
                      </a:r>
                      <a:endParaRPr lang="en-US" sz="14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8CC"/>
                    </a:solidFill>
                  </a:tcPr>
                </a:tc>
                <a:extLst>
                  <a:ext uri="{0D108BD9-81ED-4DB2-BD59-A6C34878D82A}">
                    <a16:rowId xmlns:a16="http://schemas.microsoft.com/office/drawing/2014/main" val="10001"/>
                  </a:ext>
                </a:extLst>
              </a:tr>
              <a:tr h="457200">
                <a:tc>
                  <a:txBody>
                    <a:bodyPr/>
                    <a:lstStyle/>
                    <a:p>
                      <a:pPr marL="0" indent="0">
                        <a:buNone/>
                      </a:pPr>
                      <a:r>
                        <a:rPr lang="en-US" sz="1400" b="1" dirty="0">
                          <a:solidFill>
                            <a:srgbClr val="1A1A2E"/>
                          </a:solidFill>
                          <a:latin typeface="Segoe UI" panose="020B0502040204020203" pitchFamily="34" charset="0"/>
                          <a:ea typeface="Calibri" pitchFamily="34" charset="-122"/>
                          <a:cs typeface="Segoe UI" panose="020B0502040204020203" pitchFamily="34" charset="0"/>
                        </a:rPr>
                        <a:t>DeepTree</a:t>
                      </a:r>
                      <a:endParaRPr lang="en-US" sz="14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4F5E8"/>
                    </a:solidFill>
                  </a:tcPr>
                </a:tc>
                <a:tc>
                  <a:txBody>
                    <a:bodyPr/>
                    <a:lstStyle/>
                    <a:p>
                      <a:pPr marL="0" indent="0">
                        <a:buNone/>
                      </a:pPr>
                      <a:r>
                        <a:rPr lang="en-US" sz="1400" dirty="0">
                          <a:solidFill>
                            <a:srgbClr val="1A1A2E"/>
                          </a:solidFill>
                          <a:latin typeface="Segoe UI" panose="020B0502040204020203" pitchFamily="34" charset="0"/>
                          <a:ea typeface="Calibri" pitchFamily="34" charset="-122"/>
                          <a:cs typeface="Segoe UI" panose="020B0502040204020203" pitchFamily="34" charset="0"/>
                        </a:rPr>
                        <a:t>Stopped</a:t>
                      </a:r>
                      <a:endParaRPr lang="en-US" sz="14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4F5E8"/>
                    </a:solidFill>
                  </a:tcPr>
                </a:tc>
                <a:tc>
                  <a:txBody>
                    <a:bodyPr/>
                    <a:lstStyle/>
                    <a:p>
                      <a:pPr marL="0" indent="0" algn="ctr">
                        <a:buNone/>
                      </a:pPr>
                      <a:r>
                        <a:rPr lang="en-US" sz="1400" dirty="0">
                          <a:solidFill>
                            <a:srgbClr val="1A1A2E"/>
                          </a:solidFill>
                          <a:latin typeface="Segoe UI" panose="020B0502040204020203" pitchFamily="34" charset="0"/>
                          <a:ea typeface="Calibri" pitchFamily="34" charset="-122"/>
                          <a:cs typeface="Segoe UI" panose="020B0502040204020203" pitchFamily="34" charset="0"/>
                        </a:rPr>
                        <a:t>[ s ]</a:t>
                      </a:r>
                      <a:endParaRPr lang="en-US" sz="14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8CC"/>
                    </a:solidFill>
                  </a:tcPr>
                </a:tc>
                <a:tc>
                  <a:txBody>
                    <a:bodyPr/>
                    <a:lstStyle/>
                    <a:p>
                      <a:pPr marL="0" indent="0" algn="ctr">
                        <a:buNone/>
                      </a:pPr>
                      <a:r>
                        <a:rPr lang="en-US" sz="1400" dirty="0">
                          <a:solidFill>
                            <a:srgbClr val="1A1A2E"/>
                          </a:solidFill>
                          <a:latin typeface="Segoe UI" panose="020B0502040204020203" pitchFamily="34" charset="0"/>
                          <a:ea typeface="Calibri" pitchFamily="34" charset="-122"/>
                          <a:cs typeface="Segoe UI" panose="020B0502040204020203" pitchFamily="34" charset="0"/>
                        </a:rPr>
                        <a:t>[ n ]</a:t>
                      </a:r>
                      <a:endParaRPr lang="en-US" sz="14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8CC"/>
                    </a:solidFill>
                  </a:tcPr>
                </a:tc>
                <a:extLst>
                  <a:ext uri="{0D108BD9-81ED-4DB2-BD59-A6C34878D82A}">
                    <a16:rowId xmlns:a16="http://schemas.microsoft.com/office/drawing/2014/main" val="10002"/>
                  </a:ext>
                </a:extLst>
              </a:tr>
              <a:tr h="457200">
                <a:tc>
                  <a:txBody>
                    <a:bodyPr/>
                    <a:lstStyle/>
                    <a:p>
                      <a:pPr marL="0" indent="0">
                        <a:buNone/>
                      </a:pPr>
                      <a:r>
                        <a:rPr lang="en-US" sz="1400" b="1" dirty="0">
                          <a:solidFill>
                            <a:srgbClr val="1A1A2E"/>
                          </a:solidFill>
                          <a:latin typeface="Segoe UI" panose="020B0502040204020203" pitchFamily="34" charset="0"/>
                          <a:ea typeface="Calibri" pitchFamily="34" charset="-122"/>
                          <a:cs typeface="Segoe UI" panose="020B0502040204020203" pitchFamily="34" charset="0"/>
                        </a:rPr>
                        <a:t>PolyWiper</a:t>
                      </a:r>
                      <a:endParaRPr lang="en-US" sz="14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4F5E8"/>
                    </a:solidFill>
                  </a:tcPr>
                </a:tc>
                <a:tc>
                  <a:txBody>
                    <a:bodyPr/>
                    <a:lstStyle/>
                    <a:p>
                      <a:pPr marL="0" indent="0">
                        <a:buNone/>
                      </a:pPr>
                      <a:r>
                        <a:rPr lang="en-US" sz="1400" dirty="0">
                          <a:solidFill>
                            <a:srgbClr val="1A1A2E"/>
                          </a:solidFill>
                          <a:latin typeface="Segoe UI" panose="020B0502040204020203" pitchFamily="34" charset="0"/>
                          <a:ea typeface="Calibri" pitchFamily="34" charset="-122"/>
                          <a:cs typeface="Segoe UI" panose="020B0502040204020203" pitchFamily="34" charset="0"/>
                        </a:rPr>
                        <a:t>Stopped</a:t>
                      </a:r>
                      <a:endParaRPr lang="en-US" sz="14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4F5E8"/>
                    </a:solidFill>
                  </a:tcPr>
                </a:tc>
                <a:tc>
                  <a:txBody>
                    <a:bodyPr/>
                    <a:lstStyle/>
                    <a:p>
                      <a:pPr marL="0" indent="0" algn="ctr">
                        <a:buNone/>
                      </a:pPr>
                      <a:r>
                        <a:rPr lang="en-US" sz="1400" dirty="0">
                          <a:solidFill>
                            <a:srgbClr val="1A1A2E"/>
                          </a:solidFill>
                          <a:latin typeface="Segoe UI" panose="020B0502040204020203" pitchFamily="34" charset="0"/>
                          <a:ea typeface="Calibri" pitchFamily="34" charset="-122"/>
                          <a:cs typeface="Segoe UI" panose="020B0502040204020203" pitchFamily="34" charset="0"/>
                        </a:rPr>
                        <a:t>[ s ]</a:t>
                      </a:r>
                      <a:endParaRPr lang="en-US" sz="14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8CC"/>
                    </a:solidFill>
                  </a:tcPr>
                </a:tc>
                <a:tc>
                  <a:txBody>
                    <a:bodyPr/>
                    <a:lstStyle/>
                    <a:p>
                      <a:pPr marL="0" indent="0" algn="ctr">
                        <a:buNone/>
                      </a:pPr>
                      <a:r>
                        <a:rPr lang="en-US" sz="1400" dirty="0">
                          <a:solidFill>
                            <a:srgbClr val="1A1A2E"/>
                          </a:solidFill>
                          <a:latin typeface="Segoe UI" panose="020B0502040204020203" pitchFamily="34" charset="0"/>
                          <a:ea typeface="Calibri" pitchFamily="34" charset="-122"/>
                          <a:cs typeface="Segoe UI" panose="020B0502040204020203" pitchFamily="34" charset="0"/>
                        </a:rPr>
                        <a:t>[ n ]</a:t>
                      </a:r>
                      <a:endParaRPr lang="en-US" sz="14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8CC"/>
                    </a:solidFill>
                  </a:tcPr>
                </a:tc>
                <a:extLst>
                  <a:ext uri="{0D108BD9-81ED-4DB2-BD59-A6C34878D82A}">
                    <a16:rowId xmlns:a16="http://schemas.microsoft.com/office/drawing/2014/main" val="10003"/>
                  </a:ext>
                </a:extLst>
              </a:tr>
              <a:tr h="457200">
                <a:tc>
                  <a:txBody>
                    <a:bodyPr/>
                    <a:lstStyle/>
                    <a:p>
                      <a:pPr marL="0" indent="0">
                        <a:buNone/>
                      </a:pPr>
                      <a:r>
                        <a:rPr lang="en-US" sz="1400" b="1" dirty="0">
                          <a:solidFill>
                            <a:srgbClr val="1A1A2E"/>
                          </a:solidFill>
                          <a:latin typeface="Segoe UI" panose="020B0502040204020203" pitchFamily="34" charset="0"/>
                          <a:ea typeface="Calibri" pitchFamily="34" charset="-122"/>
                          <a:cs typeface="Segoe UI" panose="020B0502040204020203" pitchFamily="34" charset="0"/>
                        </a:rPr>
                        <a:t>DocAutoSave</a:t>
                      </a:r>
                      <a:endParaRPr lang="en-US" sz="14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F"/>
                    </a:solidFill>
                  </a:tcPr>
                </a:tc>
                <a:tc>
                  <a:txBody>
                    <a:bodyPr/>
                    <a:lstStyle/>
                    <a:p>
                      <a:pPr marL="0" indent="0">
                        <a:buNone/>
                      </a:pPr>
                      <a:r>
                        <a:rPr lang="en-US" sz="1400" dirty="0">
                          <a:solidFill>
                            <a:srgbClr val="1A1A2E"/>
                          </a:solidFill>
                          <a:latin typeface="Segoe UI" panose="020B0502040204020203" pitchFamily="34" charset="0"/>
                          <a:ea typeface="Calibri" pitchFamily="34" charset="-122"/>
                          <a:cs typeface="Segoe UI" panose="020B0502040204020203" pitchFamily="34" charset="0"/>
                        </a:rPr>
                        <a:t>Ignored</a:t>
                      </a:r>
                      <a:endParaRPr lang="en-US" sz="14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F"/>
                    </a:solidFill>
                  </a:tcPr>
                </a:tc>
                <a:tc>
                  <a:txBody>
                    <a:bodyPr/>
                    <a:lstStyle/>
                    <a:p>
                      <a:pPr marL="0" indent="0" algn="ctr">
                        <a:buNone/>
                      </a:pPr>
                      <a:r>
                        <a:rPr lang="en-US" sz="1400" dirty="0">
                          <a:solidFill>
                            <a:srgbClr val="1A1A2E"/>
                          </a:solidFill>
                          <a:latin typeface="Segoe UI" panose="020B0502040204020203" pitchFamily="34" charset="0"/>
                          <a:ea typeface="Calibri" pitchFamily="34" charset="-122"/>
                          <a:cs typeface="Segoe UI" panose="020B0502040204020203" pitchFamily="34" charset="0"/>
                        </a:rPr>
                        <a:t>—</a:t>
                      </a:r>
                      <a:endParaRPr lang="en-US" sz="14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F"/>
                    </a:solidFill>
                  </a:tcPr>
                </a:tc>
                <a:tc>
                  <a:txBody>
                    <a:bodyPr/>
                    <a:lstStyle/>
                    <a:p>
                      <a:pPr marL="0" indent="0" algn="ctr">
                        <a:buNone/>
                      </a:pPr>
                      <a:r>
                        <a:rPr lang="en-US" sz="1400" dirty="0">
                          <a:solidFill>
                            <a:srgbClr val="1A1A2E"/>
                          </a:solidFill>
                          <a:latin typeface="Segoe UI" panose="020B0502040204020203" pitchFamily="34" charset="0"/>
                          <a:ea typeface="Calibri" pitchFamily="34" charset="-122"/>
                          <a:cs typeface="Segoe UI" panose="020B0502040204020203" pitchFamily="34" charset="0"/>
                        </a:rPr>
                        <a:t>—</a:t>
                      </a:r>
                      <a:endParaRPr lang="en-US" sz="14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F"/>
                    </a:solidFill>
                  </a:tcPr>
                </a:tc>
                <a:extLst>
                  <a:ext uri="{0D108BD9-81ED-4DB2-BD59-A6C34878D82A}">
                    <a16:rowId xmlns:a16="http://schemas.microsoft.com/office/drawing/2014/main" val="10004"/>
                  </a:ext>
                </a:extLst>
              </a:tr>
              <a:tr h="457200">
                <a:tc>
                  <a:txBody>
                    <a:bodyPr/>
                    <a:lstStyle/>
                    <a:p>
                      <a:pPr marL="0" indent="0">
                        <a:buNone/>
                      </a:pPr>
                      <a:r>
                        <a:rPr lang="en-US" sz="1400" b="1" dirty="0">
                          <a:solidFill>
                            <a:srgbClr val="1A1A2E"/>
                          </a:solidFill>
                          <a:latin typeface="Segoe UI" panose="020B0502040204020203" pitchFamily="34" charset="0"/>
                          <a:ea typeface="Calibri" pitchFamily="34" charset="-122"/>
                          <a:cs typeface="Segoe UI" panose="020B0502040204020203" pitchFamily="34" charset="0"/>
                        </a:rPr>
                        <a:t>PhotoSync</a:t>
                      </a:r>
                      <a:endParaRPr lang="en-US" sz="14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F"/>
                    </a:solidFill>
                  </a:tcPr>
                </a:tc>
                <a:tc>
                  <a:txBody>
                    <a:bodyPr/>
                    <a:lstStyle/>
                    <a:p>
                      <a:pPr marL="0" indent="0">
                        <a:buNone/>
                      </a:pPr>
                      <a:r>
                        <a:rPr lang="en-US" sz="1400" dirty="0">
                          <a:solidFill>
                            <a:srgbClr val="1A1A2E"/>
                          </a:solidFill>
                          <a:latin typeface="Segoe UI" panose="020B0502040204020203" pitchFamily="34" charset="0"/>
                          <a:ea typeface="Calibri" pitchFamily="34" charset="-122"/>
                          <a:cs typeface="Segoe UI" panose="020B0502040204020203" pitchFamily="34" charset="0"/>
                        </a:rPr>
                        <a:t>Ignored</a:t>
                      </a:r>
                      <a:endParaRPr lang="en-US" sz="14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F"/>
                    </a:solidFill>
                  </a:tcPr>
                </a:tc>
                <a:tc>
                  <a:txBody>
                    <a:bodyPr/>
                    <a:lstStyle/>
                    <a:p>
                      <a:pPr marL="0" indent="0" algn="ctr">
                        <a:buNone/>
                      </a:pPr>
                      <a:r>
                        <a:rPr lang="en-US" sz="1400" dirty="0">
                          <a:solidFill>
                            <a:srgbClr val="1A1A2E"/>
                          </a:solidFill>
                          <a:latin typeface="Segoe UI" panose="020B0502040204020203" pitchFamily="34" charset="0"/>
                          <a:ea typeface="Calibri" pitchFamily="34" charset="-122"/>
                          <a:cs typeface="Segoe UI" panose="020B0502040204020203" pitchFamily="34" charset="0"/>
                        </a:rPr>
                        <a:t>—</a:t>
                      </a:r>
                      <a:endParaRPr lang="en-US" sz="14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F"/>
                    </a:solidFill>
                  </a:tcPr>
                </a:tc>
                <a:tc>
                  <a:txBody>
                    <a:bodyPr/>
                    <a:lstStyle/>
                    <a:p>
                      <a:pPr marL="0" indent="0" algn="ctr">
                        <a:buNone/>
                      </a:pPr>
                      <a:r>
                        <a:rPr lang="en-US" sz="1400" dirty="0">
                          <a:solidFill>
                            <a:srgbClr val="1A1A2E"/>
                          </a:solidFill>
                          <a:latin typeface="Segoe UI" panose="020B0502040204020203" pitchFamily="34" charset="0"/>
                          <a:ea typeface="Calibri" pitchFamily="34" charset="-122"/>
                          <a:cs typeface="Segoe UI" panose="020B0502040204020203" pitchFamily="34" charset="0"/>
                        </a:rPr>
                        <a:t>—</a:t>
                      </a:r>
                      <a:endParaRPr lang="en-US" sz="1400" dirty="0">
                        <a:latin typeface="Segoe UI" panose="020B0502040204020203" pitchFamily="34" charset="0"/>
                        <a:ea typeface="Calibri" charset="0"/>
                        <a:cs typeface="Segoe UI" panose="020B0502040204020203" pitchFamily="34" charset="0"/>
                      </a:endParaRPr>
                    </a:p>
                  </a:txBody>
                  <a:tcPr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F"/>
                    </a:solidFill>
                  </a:tcPr>
                </a:tc>
                <a:extLst>
                  <a:ext uri="{0D108BD9-81ED-4DB2-BD59-A6C34878D82A}">
                    <a16:rowId xmlns:a16="http://schemas.microsoft.com/office/drawing/2014/main" val="10005"/>
                  </a:ext>
                </a:extLst>
              </a:tr>
            </a:tbl>
          </a:graphicData>
        </a:graphic>
      </p:graphicFrame>
      <p:sp>
        <p:nvSpPr>
          <p:cNvPr id="15" name="Text 9"/>
          <p:cNvSpPr txBox="1"/>
          <p:nvPr/>
        </p:nvSpPr>
        <p:spPr>
          <a:xfrm>
            <a:off x="6309360" y="4663440"/>
            <a:ext cx="5303520" cy="365760"/>
          </a:xfrm>
          <a:prstGeom prst="rect">
            <a:avLst/>
          </a:prstGeom>
          <a:noFill/>
          <a:ln/>
        </p:spPr>
        <p:txBody>
          <a:bodyPr wrap="square" lIns="0" tIns="0" rIns="0" bIns="0" rtlCol="0" anchor="ctr"/>
          <a:lstStyle/>
          <a:p>
            <a:pPr marL="0" indent="0" algn="ctr">
              <a:buNone/>
            </a:pPr>
            <a:r>
              <a:rPr lang="en-US" sz="1600" b="1" dirty="0">
                <a:solidFill>
                  <a:srgbClr val="0000CC"/>
                </a:solidFill>
                <a:latin typeface="Aptos Narrow" panose="020B0004020202020204" pitchFamily="34" charset="0"/>
                <a:ea typeface="Calibri" pitchFamily="34" charset="-122"/>
                <a:cs typeface="Calibri" pitchFamily="34" charset="-120"/>
              </a:rPr>
              <a:t>TP 3  •  TN 2  •  FP 0  •  FN 0</a:t>
            </a:r>
            <a:endParaRPr lang="en-US" sz="1600" dirty="0">
              <a:latin typeface="Aptos Narrow" panose="020B0004020202020204" pitchFamily="34" charset="0"/>
            </a:endParaRPr>
          </a:p>
        </p:txBody>
      </p:sp>
      <p:sp>
        <p:nvSpPr>
          <p:cNvPr id="16" name="Shape 10"/>
          <p:cNvSpPr/>
          <p:nvPr/>
        </p:nvSpPr>
        <p:spPr>
          <a:xfrm>
            <a:off x="548640" y="5166360"/>
            <a:ext cx="11064240" cy="960120"/>
          </a:xfrm>
          <a:prstGeom prst="roundRect">
            <a:avLst>
              <a:gd name="adj" fmla="val 11429"/>
            </a:avLst>
          </a:prstGeom>
          <a:solidFill>
            <a:srgbClr val="EFE6FB"/>
          </a:solidFill>
          <a:ln w="19050">
            <a:solidFill>
              <a:srgbClr val="CDB8ED"/>
            </a:solidFill>
            <a:prstDash val="solid"/>
          </a:ln>
        </p:spPr>
        <p:txBody>
          <a:bodyPr/>
          <a:lstStyle/>
          <a:p>
            <a:endParaRPr/>
          </a:p>
        </p:txBody>
      </p:sp>
      <p:sp>
        <p:nvSpPr>
          <p:cNvPr id="17" name="Text 11"/>
          <p:cNvSpPr txBox="1"/>
          <p:nvPr/>
        </p:nvSpPr>
        <p:spPr>
          <a:xfrm>
            <a:off x="731520" y="5166360"/>
            <a:ext cx="10698480" cy="960120"/>
          </a:xfrm>
          <a:prstGeom prst="rect">
            <a:avLst/>
          </a:prstGeom>
          <a:noFill/>
          <a:ln/>
        </p:spPr>
        <p:txBody>
          <a:bodyPr wrap="square" lIns="0" tIns="0" rIns="0" bIns="0" rtlCol="0" anchor="ctr"/>
          <a:lstStyle/>
          <a:p>
            <a:pPr marL="0" indent="0" algn="ctr">
              <a:buNone/>
            </a:pPr>
            <a:r>
              <a:rPr lang="en-US" sz="1500" dirty="0">
                <a:solidFill>
                  <a:srgbClr val="1A1A2E"/>
                </a:solidFill>
                <a:latin typeface="Aptos Narrow" panose="020B0004020202020204" pitchFamily="34" charset="0"/>
                <a:ea typeface="Calibri" pitchFamily="34" charset="-122"/>
                <a:cs typeface="Calibri" pitchFamily="34" charset="-120"/>
              </a:rPr>
              <a:t>Why 10 renames in 2 s? Benign workloads rename at most one file per 2 s, while attacks rename in bursts. 10 sits well above normal use. A threshold sweep is planned.</a:t>
            </a:r>
            <a:endParaRPr lang="en-US" sz="1500" dirty="0">
              <a:latin typeface="Aptos Narrow" panose="020B0004020202020204" pitchFamily="34" charset="0"/>
            </a:endParaRPr>
          </a:p>
        </p:txBody>
      </p:sp>
      <p:sp>
        <p:nvSpPr>
          <p:cNvPr id="18" name="Shape 2">
            <a:extLst>
              <a:ext uri="{FF2B5EF4-FFF2-40B4-BE49-F238E27FC236}">
                <a16:creationId xmlns:a16="http://schemas.microsoft.com/office/drawing/2014/main" id="{D78A1CEF-7107-093B-1990-3DCBD9B156A2}"/>
              </a:ext>
            </a:extLst>
          </p:cNvPr>
          <p:cNvSpPr/>
          <p:nvPr/>
        </p:nvSpPr>
        <p:spPr>
          <a:xfrm>
            <a:off x="548640" y="1188720"/>
            <a:ext cx="11064240" cy="45720"/>
          </a:xfrm>
          <a:prstGeom prst="rect">
            <a:avLst/>
          </a:prstGeom>
          <a:solidFill>
            <a:srgbClr val="0000CC"/>
          </a:solidFill>
          <a:ln w="12700">
            <a:solidFill>
              <a:srgbClr val="0000CC"/>
            </a:solidFill>
            <a:prstDash val="solid"/>
          </a:ln>
        </p:spPr>
        <p:txBody>
          <a:bodyPr/>
          <a:lstStyle/>
          <a:p>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0" y="109728"/>
            <a:ext cx="12188952" cy="320040"/>
          </a:xfrm>
          <a:prstGeom prst="rect">
            <a:avLst/>
          </a:prstGeom>
          <a:noFill/>
          <a:ln/>
        </p:spPr>
        <p:txBody>
          <a:bodyPr wrap="square" lIns="0" tIns="0" rIns="0" bIns="0" rtlCol="0" anchor="ctr"/>
          <a:lstStyle/>
          <a:p>
            <a:pPr marL="0" indent="0" algn="ctr">
              <a:buNone/>
            </a:pPr>
            <a:r>
              <a:rPr lang="en-US" sz="1400" b="1" dirty="0">
                <a:solidFill>
                  <a:srgbClr val="0000CC"/>
                </a:solidFill>
                <a:latin typeface="Calibri" pitchFamily="34" charset="0"/>
                <a:ea typeface="Calibri" pitchFamily="34" charset="-122"/>
                <a:cs typeface="Calibri" pitchFamily="34" charset="-120"/>
              </a:rPr>
              <a:t>AIORI 3     Architecture Design (UML Diagram)</a:t>
            </a:r>
            <a:endParaRPr lang="en-US" sz="1400" dirty="0"/>
          </a:p>
        </p:txBody>
      </p:sp>
      <p:pic>
        <p:nvPicPr>
          <p:cNvPr id="3" name="Image 0" descr="/home/claude/w/aiori_logo.png"/>
          <p:cNvPicPr>
            <a:picLocks noChangeAspect="1"/>
          </p:cNvPicPr>
          <p:nvPr/>
        </p:nvPicPr>
        <p:blipFill>
          <a:blip r:embed="rId3"/>
          <a:stretch>
            <a:fillRect/>
          </a:stretch>
        </p:blipFill>
        <p:spPr>
          <a:xfrm>
            <a:off x="11041380" y="498348"/>
            <a:ext cx="594360" cy="594360"/>
          </a:xfrm>
          <a:prstGeom prst="rect">
            <a:avLst/>
          </a:prstGeom>
        </p:spPr>
      </p:pic>
      <p:sp>
        <p:nvSpPr>
          <p:cNvPr id="4" name="Text 1"/>
          <p:cNvSpPr txBox="1"/>
          <p:nvPr/>
        </p:nvSpPr>
        <p:spPr>
          <a:xfrm>
            <a:off x="548640" y="502920"/>
            <a:ext cx="10424160" cy="685800"/>
          </a:xfrm>
          <a:prstGeom prst="rect">
            <a:avLst/>
          </a:prstGeom>
          <a:noFill/>
          <a:ln/>
        </p:spPr>
        <p:txBody>
          <a:bodyPr wrap="square" lIns="0" tIns="0" rIns="0" bIns="0" rtlCol="0" anchor="ctr"/>
          <a:lstStyle/>
          <a:p>
            <a:pPr marL="0" indent="0">
              <a:buNone/>
            </a:pPr>
            <a:r>
              <a:rPr lang="en-US" sz="3400" b="1" dirty="0">
                <a:solidFill>
                  <a:srgbClr val="0000CC"/>
                </a:solidFill>
                <a:latin typeface="Gadugi" panose="020B0502040204020203" pitchFamily="34" charset="0"/>
                <a:ea typeface="Gadugi" panose="020B0502040204020203" pitchFamily="34" charset="0"/>
                <a:cs typeface="Calibri" pitchFamily="34" charset="-120"/>
              </a:rPr>
              <a:t>Solution Architecture &amp; Design</a:t>
            </a:r>
            <a:endParaRPr lang="en-US" sz="3400" dirty="0">
              <a:latin typeface="Gadugi" panose="020B0502040204020203" pitchFamily="34" charset="0"/>
              <a:ea typeface="Gadugi" panose="020B0502040204020203" pitchFamily="34" charset="0"/>
            </a:endParaRPr>
          </a:p>
        </p:txBody>
      </p:sp>
      <p:sp>
        <p:nvSpPr>
          <p:cNvPr id="6" name="Text 3"/>
          <p:cNvSpPr txBox="1"/>
          <p:nvPr/>
        </p:nvSpPr>
        <p:spPr>
          <a:xfrm>
            <a:off x="548640" y="6355080"/>
            <a:ext cx="7315200" cy="320040"/>
          </a:xfrm>
          <a:prstGeom prst="rect">
            <a:avLst/>
          </a:prstGeom>
          <a:noFill/>
          <a:ln/>
        </p:spPr>
        <p:txBody>
          <a:bodyPr wrap="square" lIns="0" tIns="0" rIns="0" bIns="0" rtlCol="0" anchor="ctr"/>
          <a:lstStyle/>
          <a:p>
            <a:pPr marL="0" indent="0">
              <a:buNone/>
            </a:pPr>
            <a:r>
              <a:rPr lang="en-US" sz="1200" dirty="0">
                <a:solidFill>
                  <a:srgbClr val="0000CC"/>
                </a:solidFill>
                <a:latin typeface="Calibri" pitchFamily="34" charset="0"/>
                <a:ea typeface="Calibri" pitchFamily="34" charset="-122"/>
                <a:cs typeface="Calibri" pitchFamily="34" charset="-120"/>
              </a:rPr>
              <a:t>S. Maiti et al. • </a:t>
            </a:r>
            <a:r>
              <a:rPr lang="en-US" sz="1200" b="1" dirty="0">
                <a:solidFill>
                  <a:srgbClr val="0000CC"/>
                </a:solidFill>
                <a:latin typeface="Calibri" pitchFamily="34" charset="0"/>
                <a:ea typeface="Calibri" pitchFamily="34" charset="-122"/>
                <a:cs typeface="Calibri" pitchFamily="34" charset="-120"/>
              </a:rPr>
              <a:t>A3-PS001-TC171</a:t>
            </a:r>
            <a:r>
              <a:rPr lang="en-US" sz="1200" dirty="0">
                <a:solidFill>
                  <a:srgbClr val="0000CC"/>
                </a:solidFill>
                <a:latin typeface="Calibri" pitchFamily="34" charset="0"/>
                <a:ea typeface="Calibri" pitchFamily="34" charset="-122"/>
                <a:cs typeface="Calibri" pitchFamily="34" charset="-120"/>
              </a:rPr>
              <a:t> • October 5, 2026</a:t>
            </a:r>
            <a:endParaRPr lang="en-US" sz="1200" dirty="0"/>
          </a:p>
        </p:txBody>
      </p:sp>
      <p:sp>
        <p:nvSpPr>
          <p:cNvPr id="7" name="Text 4"/>
          <p:cNvSpPr txBox="1"/>
          <p:nvPr/>
        </p:nvSpPr>
        <p:spPr>
          <a:xfrm>
            <a:off x="10698480" y="6355080"/>
            <a:ext cx="941832" cy="320040"/>
          </a:xfrm>
          <a:prstGeom prst="rect">
            <a:avLst/>
          </a:prstGeom>
          <a:noFill/>
          <a:ln/>
        </p:spPr>
        <p:txBody>
          <a:bodyPr wrap="square" lIns="0" tIns="0" rIns="0" bIns="0" rtlCol="0" anchor="ctr"/>
          <a:lstStyle/>
          <a:p>
            <a:pPr marL="0" indent="0" algn="r">
              <a:buNone/>
            </a:pPr>
            <a:r>
              <a:rPr lang="en-US" sz="1200" dirty="0">
                <a:solidFill>
                  <a:srgbClr val="0000CC"/>
                </a:solidFill>
                <a:latin typeface="Calibri" pitchFamily="34" charset="0"/>
                <a:ea typeface="Calibri" pitchFamily="34" charset="-122"/>
                <a:cs typeface="Calibri" pitchFamily="34" charset="-120"/>
              </a:rPr>
              <a:t>8 / 12</a:t>
            </a:r>
            <a:endParaRPr lang="en-US" sz="1200" dirty="0"/>
          </a:p>
        </p:txBody>
      </p:sp>
      <p:sp>
        <p:nvSpPr>
          <p:cNvPr id="8" name="Shape 5"/>
          <p:cNvSpPr/>
          <p:nvPr/>
        </p:nvSpPr>
        <p:spPr>
          <a:xfrm>
            <a:off x="0" y="6784848"/>
            <a:ext cx="8128000" cy="73152"/>
          </a:xfrm>
          <a:prstGeom prst="rect">
            <a:avLst/>
          </a:prstGeom>
          <a:solidFill>
            <a:srgbClr val="E3EBFF"/>
          </a:solidFill>
          <a:ln w="12700">
            <a:solidFill>
              <a:srgbClr val="E3EBFF"/>
            </a:solidFill>
            <a:prstDash val="solid"/>
          </a:ln>
        </p:spPr>
        <p:txBody>
          <a:bodyPr/>
          <a:lstStyle/>
          <a:p>
            <a:endParaRPr/>
          </a:p>
        </p:txBody>
      </p:sp>
      <p:sp>
        <p:nvSpPr>
          <p:cNvPr id="9" name="Shape 6"/>
          <p:cNvSpPr/>
          <p:nvPr/>
        </p:nvSpPr>
        <p:spPr>
          <a:xfrm>
            <a:off x="0" y="6784848"/>
            <a:ext cx="8128000" cy="73152"/>
          </a:xfrm>
          <a:prstGeom prst="rect">
            <a:avLst/>
          </a:prstGeom>
          <a:solidFill>
            <a:srgbClr val="0000CC"/>
          </a:solidFill>
          <a:ln w="12700">
            <a:solidFill>
              <a:srgbClr val="0000CC"/>
            </a:solidFill>
            <a:prstDash val="solid"/>
          </a:ln>
        </p:spPr>
        <p:txBody>
          <a:bodyPr/>
          <a:lstStyle/>
          <a:p>
            <a:endParaRPr/>
          </a:p>
        </p:txBody>
      </p:sp>
      <p:sp>
        <p:nvSpPr>
          <p:cNvPr id="11" name="Shape 7"/>
          <p:cNvSpPr/>
          <p:nvPr/>
        </p:nvSpPr>
        <p:spPr>
          <a:xfrm>
            <a:off x="640080" y="1463040"/>
            <a:ext cx="2194560" cy="685800"/>
          </a:xfrm>
          <a:prstGeom prst="roundRect">
            <a:avLst>
              <a:gd name="adj" fmla="val 16000"/>
            </a:avLst>
          </a:prstGeom>
          <a:solidFill>
            <a:srgbClr val="FFF1DE"/>
          </a:solidFill>
          <a:ln w="19050">
            <a:solidFill>
              <a:srgbClr val="F2CF9E"/>
            </a:solidFill>
            <a:prstDash val="solid"/>
          </a:ln>
        </p:spPr>
        <p:txBody>
          <a:bodyPr/>
          <a:lstStyle/>
          <a:p>
            <a:endParaRPr/>
          </a:p>
        </p:txBody>
      </p:sp>
      <p:sp>
        <p:nvSpPr>
          <p:cNvPr id="12" name="Text 8"/>
          <p:cNvSpPr txBox="1"/>
          <p:nvPr/>
        </p:nvSpPr>
        <p:spPr>
          <a:xfrm>
            <a:off x="713232" y="1463040"/>
            <a:ext cx="2048256" cy="685800"/>
          </a:xfrm>
          <a:prstGeom prst="rect">
            <a:avLst/>
          </a:prstGeom>
          <a:noFill/>
          <a:ln/>
        </p:spPr>
        <p:txBody>
          <a:bodyPr wrap="square" lIns="0" tIns="0" rIns="0" bIns="0" rtlCol="0" anchor="ctr"/>
          <a:lstStyle/>
          <a:p>
            <a:pPr marL="0" indent="0" algn="ctr">
              <a:buNone/>
            </a:pPr>
            <a:r>
              <a:rPr lang="en-US" sz="1700" b="1" dirty="0">
                <a:solidFill>
                  <a:srgbClr val="1A1A2E"/>
                </a:solidFill>
                <a:latin typeface="Segoe UI" panose="020B0502040204020203" pitchFamily="34" charset="0"/>
                <a:ea typeface="Calibri" pitchFamily="34" charset="-122"/>
                <a:cs typeface="Segoe UI" panose="020B0502040204020203" pitchFamily="34" charset="0"/>
              </a:rPr>
              <a:t>Simulator APK</a:t>
            </a:r>
            <a:endParaRPr lang="en-US" sz="1700" dirty="0">
              <a:latin typeface="Segoe UI" panose="020B0502040204020203" pitchFamily="34" charset="0"/>
              <a:cs typeface="Segoe UI" panose="020B0502040204020203" pitchFamily="34" charset="0"/>
            </a:endParaRPr>
          </a:p>
        </p:txBody>
      </p:sp>
      <p:sp>
        <p:nvSpPr>
          <p:cNvPr id="13" name="Shape 9"/>
          <p:cNvSpPr/>
          <p:nvPr/>
        </p:nvSpPr>
        <p:spPr>
          <a:xfrm>
            <a:off x="1737360" y="2148840"/>
            <a:ext cx="0" cy="4023360"/>
          </a:xfrm>
          <a:prstGeom prst="line">
            <a:avLst/>
          </a:prstGeom>
          <a:noFill/>
          <a:ln w="19050">
            <a:solidFill>
              <a:srgbClr val="A0A8C8"/>
            </a:solidFill>
            <a:prstDash val="dash"/>
          </a:ln>
        </p:spPr>
        <p:txBody>
          <a:bodyPr/>
          <a:lstStyle/>
          <a:p>
            <a:endParaRPr/>
          </a:p>
        </p:txBody>
      </p:sp>
      <p:sp>
        <p:nvSpPr>
          <p:cNvPr id="14" name="Shape 10"/>
          <p:cNvSpPr/>
          <p:nvPr/>
        </p:nvSpPr>
        <p:spPr>
          <a:xfrm>
            <a:off x="3474720" y="1463040"/>
            <a:ext cx="2194560" cy="685800"/>
          </a:xfrm>
          <a:prstGeom prst="roundRect">
            <a:avLst>
              <a:gd name="adj" fmla="val 16000"/>
            </a:avLst>
          </a:prstGeom>
          <a:solidFill>
            <a:srgbClr val="E3EBFF"/>
          </a:solidFill>
          <a:ln w="19050">
            <a:solidFill>
              <a:srgbClr val="B9C9F5"/>
            </a:solidFill>
            <a:prstDash val="solid"/>
          </a:ln>
        </p:spPr>
        <p:txBody>
          <a:bodyPr/>
          <a:lstStyle/>
          <a:p>
            <a:endParaRPr/>
          </a:p>
        </p:txBody>
      </p:sp>
      <p:sp>
        <p:nvSpPr>
          <p:cNvPr id="15" name="Text 11"/>
          <p:cNvSpPr txBox="1"/>
          <p:nvPr/>
        </p:nvSpPr>
        <p:spPr>
          <a:xfrm>
            <a:off x="3547872" y="1463040"/>
            <a:ext cx="2048256" cy="685800"/>
          </a:xfrm>
          <a:prstGeom prst="rect">
            <a:avLst/>
          </a:prstGeom>
          <a:noFill/>
          <a:ln/>
        </p:spPr>
        <p:txBody>
          <a:bodyPr wrap="square" lIns="0" tIns="0" rIns="0" bIns="0" rtlCol="0" anchor="ctr"/>
          <a:lstStyle/>
          <a:p>
            <a:pPr marL="0" indent="0" algn="ctr">
              <a:buNone/>
            </a:pPr>
            <a:r>
              <a:rPr lang="en-US" sz="1700" b="1" dirty="0">
                <a:solidFill>
                  <a:srgbClr val="1A1A2E"/>
                </a:solidFill>
                <a:latin typeface="Segoe UI" panose="020B0502040204020203" pitchFamily="34" charset="0"/>
                <a:ea typeface="Calibri" pitchFamily="34" charset="-122"/>
                <a:cs typeface="Segoe UI" panose="020B0502040204020203" pitchFamily="34" charset="0"/>
              </a:rPr>
              <a:t>Frida hook</a:t>
            </a:r>
            <a:endParaRPr lang="en-US" sz="1700" dirty="0">
              <a:latin typeface="Segoe UI" panose="020B0502040204020203" pitchFamily="34" charset="0"/>
              <a:cs typeface="Segoe UI" panose="020B0502040204020203" pitchFamily="34" charset="0"/>
            </a:endParaRPr>
          </a:p>
        </p:txBody>
      </p:sp>
      <p:sp>
        <p:nvSpPr>
          <p:cNvPr id="16" name="Shape 12"/>
          <p:cNvSpPr/>
          <p:nvPr/>
        </p:nvSpPr>
        <p:spPr>
          <a:xfrm>
            <a:off x="4572000" y="2148840"/>
            <a:ext cx="0" cy="4023360"/>
          </a:xfrm>
          <a:prstGeom prst="line">
            <a:avLst/>
          </a:prstGeom>
          <a:noFill/>
          <a:ln w="19050">
            <a:solidFill>
              <a:srgbClr val="A0A8C8"/>
            </a:solidFill>
            <a:prstDash val="dash"/>
          </a:ln>
        </p:spPr>
        <p:txBody>
          <a:bodyPr/>
          <a:lstStyle/>
          <a:p>
            <a:endParaRPr/>
          </a:p>
        </p:txBody>
      </p:sp>
      <p:sp>
        <p:nvSpPr>
          <p:cNvPr id="17" name="Shape 13"/>
          <p:cNvSpPr/>
          <p:nvPr/>
        </p:nvSpPr>
        <p:spPr>
          <a:xfrm>
            <a:off x="6309360" y="1463040"/>
            <a:ext cx="2194560" cy="685800"/>
          </a:xfrm>
          <a:prstGeom prst="roundRect">
            <a:avLst>
              <a:gd name="adj" fmla="val 16000"/>
            </a:avLst>
          </a:prstGeom>
          <a:solidFill>
            <a:srgbClr val="EFE6FB"/>
          </a:solidFill>
          <a:ln w="19050">
            <a:solidFill>
              <a:srgbClr val="CDB8ED"/>
            </a:solidFill>
            <a:prstDash val="solid"/>
          </a:ln>
        </p:spPr>
        <p:txBody>
          <a:bodyPr/>
          <a:lstStyle/>
          <a:p>
            <a:endParaRPr/>
          </a:p>
        </p:txBody>
      </p:sp>
      <p:sp>
        <p:nvSpPr>
          <p:cNvPr id="18" name="Text 14"/>
          <p:cNvSpPr txBox="1"/>
          <p:nvPr/>
        </p:nvSpPr>
        <p:spPr>
          <a:xfrm>
            <a:off x="6382512" y="1463040"/>
            <a:ext cx="2048256" cy="685800"/>
          </a:xfrm>
          <a:prstGeom prst="rect">
            <a:avLst/>
          </a:prstGeom>
          <a:noFill/>
          <a:ln/>
        </p:spPr>
        <p:txBody>
          <a:bodyPr wrap="square" lIns="0" tIns="0" rIns="0" bIns="0" rtlCol="0" anchor="ctr"/>
          <a:lstStyle/>
          <a:p>
            <a:pPr marL="0" indent="0" algn="ctr">
              <a:buNone/>
            </a:pPr>
            <a:r>
              <a:rPr lang="en-US" sz="1700" b="1" dirty="0">
                <a:solidFill>
                  <a:srgbClr val="1A1A2E"/>
                </a:solidFill>
                <a:latin typeface="Segoe UI" panose="020B0502040204020203" pitchFamily="34" charset="0"/>
                <a:ea typeface="Calibri" pitchFamily="34" charset="-122"/>
                <a:cs typeface="Segoe UI" panose="020B0502040204020203" pitchFamily="34" charset="0"/>
              </a:rPr>
              <a:t>Detection engine</a:t>
            </a:r>
            <a:endParaRPr lang="en-US" sz="1700" dirty="0">
              <a:latin typeface="Segoe UI" panose="020B0502040204020203" pitchFamily="34" charset="0"/>
              <a:cs typeface="Segoe UI" panose="020B0502040204020203" pitchFamily="34" charset="0"/>
            </a:endParaRPr>
          </a:p>
        </p:txBody>
      </p:sp>
      <p:sp>
        <p:nvSpPr>
          <p:cNvPr id="19" name="Shape 15"/>
          <p:cNvSpPr/>
          <p:nvPr/>
        </p:nvSpPr>
        <p:spPr>
          <a:xfrm>
            <a:off x="7406640" y="2148840"/>
            <a:ext cx="0" cy="4023360"/>
          </a:xfrm>
          <a:prstGeom prst="line">
            <a:avLst/>
          </a:prstGeom>
          <a:noFill/>
          <a:ln w="19050">
            <a:solidFill>
              <a:srgbClr val="A0A8C8"/>
            </a:solidFill>
            <a:prstDash val="dash"/>
          </a:ln>
        </p:spPr>
        <p:txBody>
          <a:bodyPr/>
          <a:lstStyle/>
          <a:p>
            <a:endParaRPr/>
          </a:p>
        </p:txBody>
      </p:sp>
      <p:sp>
        <p:nvSpPr>
          <p:cNvPr id="20" name="Shape 16"/>
          <p:cNvSpPr/>
          <p:nvPr/>
        </p:nvSpPr>
        <p:spPr>
          <a:xfrm>
            <a:off x="9144000" y="1463040"/>
            <a:ext cx="2194560" cy="685800"/>
          </a:xfrm>
          <a:prstGeom prst="roundRect">
            <a:avLst>
              <a:gd name="adj" fmla="val 16000"/>
            </a:avLst>
          </a:prstGeom>
          <a:solidFill>
            <a:srgbClr val="E4F5E8"/>
          </a:solidFill>
          <a:ln w="19050">
            <a:solidFill>
              <a:srgbClr val="A9D9B5"/>
            </a:solidFill>
            <a:prstDash val="solid"/>
          </a:ln>
        </p:spPr>
        <p:txBody>
          <a:bodyPr/>
          <a:lstStyle/>
          <a:p>
            <a:endParaRPr/>
          </a:p>
        </p:txBody>
      </p:sp>
      <p:sp>
        <p:nvSpPr>
          <p:cNvPr id="21" name="Text 17"/>
          <p:cNvSpPr txBox="1"/>
          <p:nvPr/>
        </p:nvSpPr>
        <p:spPr>
          <a:xfrm>
            <a:off x="9217152" y="1463040"/>
            <a:ext cx="2048256" cy="685800"/>
          </a:xfrm>
          <a:prstGeom prst="rect">
            <a:avLst/>
          </a:prstGeom>
          <a:noFill/>
          <a:ln/>
        </p:spPr>
        <p:txBody>
          <a:bodyPr wrap="square" lIns="0" tIns="0" rIns="0" bIns="0" rtlCol="0" anchor="ctr"/>
          <a:lstStyle/>
          <a:p>
            <a:pPr marL="0" indent="0" algn="ctr">
              <a:buNone/>
            </a:pPr>
            <a:r>
              <a:rPr lang="en-US" sz="1700" b="1" dirty="0">
                <a:solidFill>
                  <a:srgbClr val="1A1A2E"/>
                </a:solidFill>
                <a:latin typeface="Segoe UI" panose="020B0502040204020203" pitchFamily="34" charset="0"/>
                <a:ea typeface="Calibri" pitchFamily="34" charset="-122"/>
                <a:cs typeface="Segoe UI" panose="020B0502040204020203" pitchFamily="34" charset="0"/>
              </a:rPr>
              <a:t>adb</a:t>
            </a:r>
            <a:endParaRPr lang="en-US" sz="1700" dirty="0">
              <a:latin typeface="Segoe UI" panose="020B0502040204020203" pitchFamily="34" charset="0"/>
              <a:cs typeface="Segoe UI" panose="020B0502040204020203" pitchFamily="34" charset="0"/>
            </a:endParaRPr>
          </a:p>
        </p:txBody>
      </p:sp>
      <p:sp>
        <p:nvSpPr>
          <p:cNvPr id="22" name="Shape 18"/>
          <p:cNvSpPr/>
          <p:nvPr/>
        </p:nvSpPr>
        <p:spPr>
          <a:xfrm>
            <a:off x="10241280" y="2148840"/>
            <a:ext cx="0" cy="4023360"/>
          </a:xfrm>
          <a:prstGeom prst="line">
            <a:avLst/>
          </a:prstGeom>
          <a:noFill/>
          <a:ln w="19050">
            <a:solidFill>
              <a:srgbClr val="A0A8C8"/>
            </a:solidFill>
            <a:prstDash val="dash"/>
          </a:ln>
        </p:spPr>
        <p:txBody>
          <a:bodyPr/>
          <a:lstStyle/>
          <a:p>
            <a:endParaRPr/>
          </a:p>
        </p:txBody>
      </p:sp>
      <p:sp>
        <p:nvSpPr>
          <p:cNvPr id="23" name="Shape 19"/>
          <p:cNvSpPr/>
          <p:nvPr/>
        </p:nvSpPr>
        <p:spPr>
          <a:xfrm>
            <a:off x="1737360" y="2743200"/>
            <a:ext cx="2834640" cy="0"/>
          </a:xfrm>
          <a:prstGeom prst="line">
            <a:avLst/>
          </a:prstGeom>
          <a:noFill/>
          <a:ln w="25400">
            <a:solidFill>
              <a:srgbClr val="0000CC"/>
            </a:solidFill>
            <a:prstDash val="solid"/>
            <a:tailEnd type="triangle"/>
          </a:ln>
        </p:spPr>
        <p:txBody>
          <a:bodyPr/>
          <a:lstStyle/>
          <a:p>
            <a:endParaRPr/>
          </a:p>
        </p:txBody>
      </p:sp>
      <p:sp>
        <p:nvSpPr>
          <p:cNvPr id="24" name="Text 20"/>
          <p:cNvSpPr txBox="1"/>
          <p:nvPr/>
        </p:nvSpPr>
        <p:spPr>
          <a:xfrm>
            <a:off x="1737360" y="2331720"/>
            <a:ext cx="2834640" cy="365760"/>
          </a:xfrm>
          <a:prstGeom prst="rect">
            <a:avLst/>
          </a:prstGeom>
          <a:noFill/>
          <a:ln/>
        </p:spPr>
        <p:txBody>
          <a:bodyPr wrap="square" lIns="0" tIns="0" rIns="0" bIns="0" rtlCol="0" anchor="ctr"/>
          <a:lstStyle/>
          <a:p>
            <a:pPr marL="0" indent="0" algn="ctr">
              <a:buNone/>
            </a:pPr>
            <a:r>
              <a:rPr lang="en-US" sz="1400" dirty="0">
                <a:solidFill>
                  <a:srgbClr val="444444"/>
                </a:solidFill>
                <a:latin typeface="Aptos Display" panose="020B0004020202020204" pitchFamily="34" charset="0"/>
                <a:ea typeface="Calibri" pitchFamily="34" charset="-122"/>
                <a:cs typeface="Calibri" pitchFamily="34" charset="-120"/>
              </a:rPr>
              <a:t>1: File.renameTo(dest)</a:t>
            </a:r>
            <a:endParaRPr lang="en-US" sz="1400" dirty="0">
              <a:latin typeface="Aptos Display" panose="020B0004020202020204" pitchFamily="34" charset="0"/>
            </a:endParaRPr>
          </a:p>
        </p:txBody>
      </p:sp>
      <p:sp>
        <p:nvSpPr>
          <p:cNvPr id="25" name="Shape 21"/>
          <p:cNvSpPr/>
          <p:nvPr/>
        </p:nvSpPr>
        <p:spPr>
          <a:xfrm>
            <a:off x="4572000" y="3383280"/>
            <a:ext cx="2834640" cy="0"/>
          </a:xfrm>
          <a:prstGeom prst="line">
            <a:avLst/>
          </a:prstGeom>
          <a:noFill/>
          <a:ln w="25400">
            <a:solidFill>
              <a:srgbClr val="0000CC"/>
            </a:solidFill>
            <a:prstDash val="solid"/>
            <a:tailEnd type="triangle"/>
          </a:ln>
        </p:spPr>
        <p:txBody>
          <a:bodyPr/>
          <a:lstStyle/>
          <a:p>
            <a:endParaRPr/>
          </a:p>
        </p:txBody>
      </p:sp>
      <p:sp>
        <p:nvSpPr>
          <p:cNvPr id="26" name="Text 22"/>
          <p:cNvSpPr txBox="1"/>
          <p:nvPr/>
        </p:nvSpPr>
        <p:spPr>
          <a:xfrm>
            <a:off x="4572000" y="2971800"/>
            <a:ext cx="2834640" cy="365760"/>
          </a:xfrm>
          <a:prstGeom prst="rect">
            <a:avLst/>
          </a:prstGeom>
          <a:noFill/>
          <a:ln/>
        </p:spPr>
        <p:txBody>
          <a:bodyPr wrap="square" lIns="0" tIns="0" rIns="0" bIns="0" rtlCol="0" anchor="ctr"/>
          <a:lstStyle/>
          <a:p>
            <a:pPr marL="0" indent="0" algn="ctr">
              <a:buNone/>
            </a:pPr>
            <a:r>
              <a:rPr lang="en-US" sz="1400" dirty="0">
                <a:solidFill>
                  <a:srgbClr val="444444"/>
                </a:solidFill>
                <a:latin typeface="Aptos Display" panose="020B0004020202020204" pitchFamily="34" charset="0"/>
                <a:ea typeface="Calibri" pitchFamily="34" charset="-122"/>
                <a:cs typeface="Calibri" pitchFamily="34" charset="-120"/>
              </a:rPr>
              <a:t>2: send(rename: src, dst)</a:t>
            </a:r>
            <a:endParaRPr lang="en-US" sz="1400" dirty="0">
              <a:latin typeface="Aptos Display" panose="020B0004020202020204" pitchFamily="34" charset="0"/>
            </a:endParaRPr>
          </a:p>
        </p:txBody>
      </p:sp>
      <p:sp>
        <p:nvSpPr>
          <p:cNvPr id="28" name="Text 24"/>
          <p:cNvSpPr txBox="1"/>
          <p:nvPr/>
        </p:nvSpPr>
        <p:spPr>
          <a:xfrm>
            <a:off x="7552944" y="3863340"/>
            <a:ext cx="2688336" cy="502920"/>
          </a:xfrm>
          <a:prstGeom prst="rect">
            <a:avLst/>
          </a:prstGeom>
          <a:noFill/>
          <a:ln/>
        </p:spPr>
        <p:txBody>
          <a:bodyPr wrap="square" lIns="0" tIns="0" rIns="0" bIns="0" rtlCol="0" anchor="ctr"/>
          <a:lstStyle/>
          <a:p>
            <a:pPr marL="0" indent="0" algn="ctr">
              <a:buNone/>
            </a:pPr>
            <a:r>
              <a:rPr lang="en-US" sz="1400" dirty="0">
                <a:solidFill>
                  <a:srgbClr val="1A1A2E"/>
                </a:solidFill>
                <a:latin typeface="Aptos Display" panose="020B0004020202020204" pitchFamily="34" charset="0"/>
                <a:ea typeface="Calibri" pitchFamily="34" charset="-122"/>
                <a:cs typeface="Calibri" pitchFamily="34" charset="-120"/>
              </a:rPr>
              <a:t>3: count renames in last 2 s</a:t>
            </a:r>
            <a:endParaRPr lang="en-US" sz="1400" dirty="0">
              <a:latin typeface="Aptos Display" panose="020B0004020202020204" pitchFamily="34" charset="0"/>
            </a:endParaRPr>
          </a:p>
        </p:txBody>
      </p:sp>
      <p:sp>
        <p:nvSpPr>
          <p:cNvPr id="29" name="Shape 25"/>
          <p:cNvSpPr/>
          <p:nvPr/>
        </p:nvSpPr>
        <p:spPr>
          <a:xfrm>
            <a:off x="5943600" y="4389120"/>
            <a:ext cx="5669280" cy="1234440"/>
          </a:xfrm>
          <a:prstGeom prst="rect">
            <a:avLst/>
          </a:prstGeom>
          <a:solidFill>
            <a:srgbClr val="FFFFFF">
              <a:alpha val="0"/>
            </a:srgbClr>
          </a:solidFill>
          <a:ln w="19050">
            <a:solidFill>
              <a:srgbClr val="0000CC"/>
            </a:solidFill>
            <a:prstDash val="solid"/>
          </a:ln>
        </p:spPr>
        <p:txBody>
          <a:bodyPr/>
          <a:lstStyle/>
          <a:p>
            <a:endParaRPr/>
          </a:p>
        </p:txBody>
      </p:sp>
      <p:sp>
        <p:nvSpPr>
          <p:cNvPr id="30" name="Shape 26"/>
          <p:cNvSpPr/>
          <p:nvPr/>
        </p:nvSpPr>
        <p:spPr>
          <a:xfrm>
            <a:off x="5943600" y="4389120"/>
            <a:ext cx="2377440" cy="320040"/>
          </a:xfrm>
          <a:prstGeom prst="rect">
            <a:avLst/>
          </a:prstGeom>
          <a:solidFill>
            <a:srgbClr val="CDD9F7"/>
          </a:solidFill>
          <a:ln w="19050">
            <a:solidFill>
              <a:srgbClr val="0000CC"/>
            </a:solidFill>
            <a:prstDash val="solid"/>
          </a:ln>
        </p:spPr>
        <p:txBody>
          <a:bodyPr/>
          <a:lstStyle/>
          <a:p>
            <a:endParaRPr/>
          </a:p>
        </p:txBody>
      </p:sp>
      <p:sp>
        <p:nvSpPr>
          <p:cNvPr id="31" name="Text 27"/>
          <p:cNvSpPr txBox="1"/>
          <p:nvPr/>
        </p:nvSpPr>
        <p:spPr>
          <a:xfrm>
            <a:off x="5943600" y="4389120"/>
            <a:ext cx="2377440" cy="320040"/>
          </a:xfrm>
          <a:prstGeom prst="rect">
            <a:avLst/>
          </a:prstGeom>
          <a:noFill/>
          <a:ln/>
        </p:spPr>
        <p:txBody>
          <a:bodyPr wrap="square" lIns="0" tIns="0" rIns="0" bIns="0" rtlCol="0" anchor="ctr"/>
          <a:lstStyle/>
          <a:p>
            <a:pPr marL="0" indent="0" algn="ctr">
              <a:buNone/>
            </a:pPr>
            <a:r>
              <a:rPr lang="en-US" sz="1400" b="1" dirty="0">
                <a:solidFill>
                  <a:srgbClr val="0000CC"/>
                </a:solidFill>
                <a:latin typeface="Segoe UI" panose="020B0502040204020203" pitchFamily="34" charset="0"/>
                <a:ea typeface="Calibri" pitchFamily="34" charset="-122"/>
                <a:cs typeface="Segoe UI" panose="020B0502040204020203" pitchFamily="34" charset="0"/>
              </a:rPr>
              <a:t>alt [≥ 10 renames in 2 s]</a:t>
            </a:r>
            <a:endParaRPr lang="en-US" sz="1400" dirty="0">
              <a:latin typeface="Segoe UI" panose="020B0502040204020203" pitchFamily="34" charset="0"/>
              <a:cs typeface="Segoe UI" panose="020B0502040204020203" pitchFamily="34" charset="0"/>
            </a:endParaRPr>
          </a:p>
        </p:txBody>
      </p:sp>
      <p:sp>
        <p:nvSpPr>
          <p:cNvPr id="32" name="Shape 28"/>
          <p:cNvSpPr/>
          <p:nvPr/>
        </p:nvSpPr>
        <p:spPr>
          <a:xfrm>
            <a:off x="7406640" y="5120640"/>
            <a:ext cx="2834640" cy="0"/>
          </a:xfrm>
          <a:prstGeom prst="line">
            <a:avLst/>
          </a:prstGeom>
          <a:noFill/>
          <a:ln w="25400">
            <a:solidFill>
              <a:srgbClr val="0000CC"/>
            </a:solidFill>
            <a:prstDash val="solid"/>
            <a:tailEnd type="triangle"/>
          </a:ln>
        </p:spPr>
        <p:txBody>
          <a:bodyPr/>
          <a:lstStyle/>
          <a:p>
            <a:endParaRPr/>
          </a:p>
        </p:txBody>
      </p:sp>
      <p:sp>
        <p:nvSpPr>
          <p:cNvPr id="33" name="Text 29"/>
          <p:cNvSpPr txBox="1"/>
          <p:nvPr/>
        </p:nvSpPr>
        <p:spPr>
          <a:xfrm>
            <a:off x="7406640" y="4754880"/>
            <a:ext cx="2834640" cy="365760"/>
          </a:xfrm>
          <a:prstGeom prst="rect">
            <a:avLst/>
          </a:prstGeom>
          <a:noFill/>
          <a:ln/>
        </p:spPr>
        <p:txBody>
          <a:bodyPr wrap="square" lIns="0" tIns="0" rIns="0" bIns="0" rtlCol="0" anchor="ctr"/>
          <a:lstStyle/>
          <a:p>
            <a:pPr marL="0" indent="0" algn="ctr">
              <a:buNone/>
            </a:pPr>
            <a:r>
              <a:rPr lang="en-US" sz="1400" dirty="0">
                <a:solidFill>
                  <a:srgbClr val="444444"/>
                </a:solidFill>
                <a:latin typeface="Aptos Display" panose="020B0004020202020204" pitchFamily="34" charset="0"/>
                <a:ea typeface="Calibri" pitchFamily="34" charset="-122"/>
                <a:cs typeface="Calibri" pitchFamily="34" charset="-120"/>
              </a:rPr>
              <a:t>4: am force-stop &lt;package&gt;</a:t>
            </a:r>
            <a:endParaRPr lang="en-US" sz="1400" dirty="0">
              <a:latin typeface="Aptos Display" panose="020B0004020202020204" pitchFamily="34" charset="0"/>
            </a:endParaRPr>
          </a:p>
        </p:txBody>
      </p:sp>
      <p:sp>
        <p:nvSpPr>
          <p:cNvPr id="34" name="Text 30"/>
          <p:cNvSpPr txBox="1"/>
          <p:nvPr/>
        </p:nvSpPr>
        <p:spPr>
          <a:xfrm>
            <a:off x="7498080" y="5212080"/>
            <a:ext cx="2743200" cy="365760"/>
          </a:xfrm>
          <a:prstGeom prst="rect">
            <a:avLst/>
          </a:prstGeom>
          <a:noFill/>
          <a:ln/>
        </p:spPr>
        <p:txBody>
          <a:bodyPr wrap="square" lIns="0" tIns="0" rIns="0" bIns="0" rtlCol="0" anchor="ctr"/>
          <a:lstStyle/>
          <a:p>
            <a:pPr marL="0" indent="0" algn="ctr">
              <a:buNone/>
            </a:pPr>
            <a:r>
              <a:rPr lang="en-US" sz="1400" dirty="0">
                <a:solidFill>
                  <a:srgbClr val="1A1A2E"/>
                </a:solidFill>
                <a:latin typeface="Aptos Display" panose="020B0004020202020204" pitchFamily="34" charset="0"/>
                <a:ea typeface="Calibri" pitchFamily="34" charset="-122"/>
                <a:cs typeface="Calibri" pitchFamily="34" charset="-120"/>
              </a:rPr>
              <a:t>5: print delay and files changed</a:t>
            </a:r>
            <a:endParaRPr lang="en-US" sz="1400" dirty="0">
              <a:latin typeface="Aptos Display" panose="020B0004020202020204" pitchFamily="34" charset="0"/>
            </a:endParaRPr>
          </a:p>
        </p:txBody>
      </p:sp>
      <p:sp>
        <p:nvSpPr>
          <p:cNvPr id="35" name="Shape 31"/>
          <p:cNvSpPr/>
          <p:nvPr/>
        </p:nvSpPr>
        <p:spPr>
          <a:xfrm flipH="1">
            <a:off x="1737360" y="6080760"/>
            <a:ext cx="8503920" cy="0"/>
          </a:xfrm>
          <a:prstGeom prst="line">
            <a:avLst/>
          </a:prstGeom>
          <a:noFill/>
          <a:ln w="25400">
            <a:solidFill>
              <a:srgbClr val="0000CC"/>
            </a:solidFill>
            <a:prstDash val="dash"/>
            <a:tailEnd type="triangle"/>
          </a:ln>
        </p:spPr>
        <p:txBody>
          <a:bodyPr/>
          <a:lstStyle/>
          <a:p>
            <a:endParaRPr/>
          </a:p>
        </p:txBody>
      </p:sp>
      <p:sp>
        <p:nvSpPr>
          <p:cNvPr id="36" name="Text 32"/>
          <p:cNvSpPr txBox="1"/>
          <p:nvPr/>
        </p:nvSpPr>
        <p:spPr>
          <a:xfrm>
            <a:off x="3291840" y="5715000"/>
            <a:ext cx="2743200" cy="365760"/>
          </a:xfrm>
          <a:prstGeom prst="rect">
            <a:avLst/>
          </a:prstGeom>
          <a:noFill/>
          <a:ln/>
        </p:spPr>
        <p:txBody>
          <a:bodyPr wrap="square" lIns="0" tIns="0" rIns="0" bIns="0" rtlCol="0" anchor="ctr"/>
          <a:lstStyle/>
          <a:p>
            <a:pPr marL="0" indent="0" algn="ctr">
              <a:buNone/>
            </a:pPr>
            <a:r>
              <a:rPr lang="en-US" sz="1400" dirty="0">
                <a:solidFill>
                  <a:srgbClr val="444444"/>
                </a:solidFill>
                <a:latin typeface="Aptos Display" panose="020B0004020202020204" pitchFamily="34" charset="0"/>
                <a:ea typeface="Calibri" pitchFamily="34" charset="-122"/>
                <a:cs typeface="Calibri" pitchFamily="34" charset="-120"/>
              </a:rPr>
              <a:t>6: test app stopped</a:t>
            </a:r>
            <a:endParaRPr lang="en-US" sz="1400" dirty="0">
              <a:latin typeface="Aptos Display" panose="020B0004020202020204" pitchFamily="34" charset="0"/>
            </a:endParaRPr>
          </a:p>
        </p:txBody>
      </p:sp>
      <p:sp>
        <p:nvSpPr>
          <p:cNvPr id="37" name="Shape 2">
            <a:extLst>
              <a:ext uri="{FF2B5EF4-FFF2-40B4-BE49-F238E27FC236}">
                <a16:creationId xmlns:a16="http://schemas.microsoft.com/office/drawing/2014/main" id="{4AD16D15-2382-A931-764B-2E015BCA10D7}"/>
              </a:ext>
            </a:extLst>
          </p:cNvPr>
          <p:cNvSpPr/>
          <p:nvPr/>
        </p:nvSpPr>
        <p:spPr>
          <a:xfrm>
            <a:off x="548640" y="1188720"/>
            <a:ext cx="11064240" cy="45720"/>
          </a:xfrm>
          <a:prstGeom prst="rect">
            <a:avLst/>
          </a:prstGeom>
          <a:solidFill>
            <a:srgbClr val="0000CC"/>
          </a:solidFill>
          <a:ln w="12700">
            <a:solidFill>
              <a:srgbClr val="0000CC"/>
            </a:solidFill>
            <a:prstDash val="solid"/>
          </a:ln>
        </p:spPr>
        <p:txBody>
          <a:bodyPr/>
          <a:lstStyle/>
          <a:p>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0" y="109728"/>
            <a:ext cx="12188952" cy="320040"/>
          </a:xfrm>
          <a:prstGeom prst="rect">
            <a:avLst/>
          </a:prstGeom>
          <a:noFill/>
          <a:ln/>
        </p:spPr>
        <p:txBody>
          <a:bodyPr wrap="square" lIns="0" tIns="0" rIns="0" bIns="0" rtlCol="0" anchor="ctr"/>
          <a:lstStyle/>
          <a:p>
            <a:pPr marL="0" indent="0" algn="ctr">
              <a:buNone/>
            </a:pPr>
            <a:r>
              <a:rPr lang="en-US" sz="1400" b="1" dirty="0">
                <a:solidFill>
                  <a:srgbClr val="0000CC"/>
                </a:solidFill>
                <a:latin typeface="Calibri" pitchFamily="34" charset="0"/>
                <a:ea typeface="Calibri" pitchFamily="34" charset="-122"/>
                <a:cs typeface="Calibri" pitchFamily="34" charset="-120"/>
              </a:rPr>
              <a:t>AIORI 3     Data Flow Diagram</a:t>
            </a:r>
            <a:endParaRPr lang="en-US" sz="1400" dirty="0"/>
          </a:p>
        </p:txBody>
      </p:sp>
      <p:pic>
        <p:nvPicPr>
          <p:cNvPr id="3" name="Image 0" descr="/home/claude/w/aiori_logo.png"/>
          <p:cNvPicPr>
            <a:picLocks noChangeAspect="1"/>
          </p:cNvPicPr>
          <p:nvPr/>
        </p:nvPicPr>
        <p:blipFill>
          <a:blip r:embed="rId3"/>
          <a:stretch>
            <a:fillRect/>
          </a:stretch>
        </p:blipFill>
        <p:spPr>
          <a:xfrm>
            <a:off x="11018520" y="521208"/>
            <a:ext cx="594360" cy="594360"/>
          </a:xfrm>
          <a:prstGeom prst="rect">
            <a:avLst/>
          </a:prstGeom>
        </p:spPr>
      </p:pic>
      <p:sp>
        <p:nvSpPr>
          <p:cNvPr id="4" name="Text 1"/>
          <p:cNvSpPr txBox="1"/>
          <p:nvPr/>
        </p:nvSpPr>
        <p:spPr>
          <a:xfrm>
            <a:off x="548640" y="502920"/>
            <a:ext cx="10424160" cy="685800"/>
          </a:xfrm>
          <a:prstGeom prst="rect">
            <a:avLst/>
          </a:prstGeom>
          <a:noFill/>
          <a:ln/>
        </p:spPr>
        <p:txBody>
          <a:bodyPr wrap="square" lIns="0" tIns="0" rIns="0" bIns="0" rtlCol="0" anchor="ctr"/>
          <a:lstStyle/>
          <a:p>
            <a:pPr marL="0" indent="0">
              <a:buNone/>
            </a:pPr>
            <a:r>
              <a:rPr lang="en-US" sz="3400" b="1" dirty="0">
                <a:solidFill>
                  <a:srgbClr val="0000CC"/>
                </a:solidFill>
                <a:latin typeface="Gadugi" panose="020B0502040204020203" pitchFamily="34" charset="0"/>
                <a:ea typeface="Gadugi" panose="020B0502040204020203" pitchFamily="34" charset="0"/>
                <a:cs typeface="Calibri" pitchFamily="34" charset="-120"/>
              </a:rPr>
              <a:t>Data Flow Diagram</a:t>
            </a:r>
            <a:endParaRPr lang="en-US" sz="3400" dirty="0">
              <a:latin typeface="Gadugi" panose="020B0502040204020203" pitchFamily="34" charset="0"/>
              <a:ea typeface="Gadugi" panose="020B0502040204020203" pitchFamily="34" charset="0"/>
            </a:endParaRPr>
          </a:p>
        </p:txBody>
      </p:sp>
      <p:sp>
        <p:nvSpPr>
          <p:cNvPr id="6" name="Text 3"/>
          <p:cNvSpPr txBox="1"/>
          <p:nvPr/>
        </p:nvSpPr>
        <p:spPr>
          <a:xfrm>
            <a:off x="548640" y="6355080"/>
            <a:ext cx="7315200" cy="320040"/>
          </a:xfrm>
          <a:prstGeom prst="rect">
            <a:avLst/>
          </a:prstGeom>
          <a:noFill/>
          <a:ln/>
        </p:spPr>
        <p:txBody>
          <a:bodyPr wrap="square" lIns="0" tIns="0" rIns="0" bIns="0" rtlCol="0" anchor="ctr"/>
          <a:lstStyle/>
          <a:p>
            <a:pPr marL="0" indent="0">
              <a:buNone/>
            </a:pPr>
            <a:r>
              <a:rPr lang="en-US" sz="1200" dirty="0">
                <a:solidFill>
                  <a:srgbClr val="0000CC"/>
                </a:solidFill>
                <a:latin typeface="Calibri" pitchFamily="34" charset="0"/>
                <a:ea typeface="Calibri" pitchFamily="34" charset="-122"/>
                <a:cs typeface="Calibri" pitchFamily="34" charset="-120"/>
              </a:rPr>
              <a:t>S. Maiti et al. • </a:t>
            </a:r>
            <a:r>
              <a:rPr lang="en-US" sz="1200" b="1" dirty="0">
                <a:solidFill>
                  <a:srgbClr val="0000CC"/>
                </a:solidFill>
                <a:latin typeface="Calibri" pitchFamily="34" charset="0"/>
                <a:ea typeface="Calibri" pitchFamily="34" charset="-122"/>
                <a:cs typeface="Calibri" pitchFamily="34" charset="-120"/>
              </a:rPr>
              <a:t>A3-PS001-TC171</a:t>
            </a:r>
            <a:r>
              <a:rPr lang="en-US" sz="1200" dirty="0">
                <a:solidFill>
                  <a:srgbClr val="0000CC"/>
                </a:solidFill>
                <a:latin typeface="Calibri" pitchFamily="34" charset="0"/>
                <a:ea typeface="Calibri" pitchFamily="34" charset="-122"/>
                <a:cs typeface="Calibri" pitchFamily="34" charset="-120"/>
              </a:rPr>
              <a:t> • October 5, 2026</a:t>
            </a:r>
            <a:endParaRPr lang="en-US" sz="1200" dirty="0"/>
          </a:p>
        </p:txBody>
      </p:sp>
      <p:sp>
        <p:nvSpPr>
          <p:cNvPr id="7" name="Text 4"/>
          <p:cNvSpPr txBox="1"/>
          <p:nvPr/>
        </p:nvSpPr>
        <p:spPr>
          <a:xfrm>
            <a:off x="10698480" y="6355080"/>
            <a:ext cx="941832" cy="320040"/>
          </a:xfrm>
          <a:prstGeom prst="rect">
            <a:avLst/>
          </a:prstGeom>
          <a:noFill/>
          <a:ln/>
        </p:spPr>
        <p:txBody>
          <a:bodyPr wrap="square" lIns="0" tIns="0" rIns="0" bIns="0" rtlCol="0" anchor="ctr"/>
          <a:lstStyle/>
          <a:p>
            <a:pPr marL="0" indent="0" algn="r">
              <a:buNone/>
            </a:pPr>
            <a:r>
              <a:rPr lang="en-US" sz="1200" dirty="0">
                <a:solidFill>
                  <a:srgbClr val="0000CC"/>
                </a:solidFill>
                <a:latin typeface="Calibri" pitchFamily="34" charset="0"/>
                <a:ea typeface="Calibri" pitchFamily="34" charset="-122"/>
                <a:cs typeface="Calibri" pitchFamily="34" charset="-120"/>
              </a:rPr>
              <a:t>9 / 12</a:t>
            </a:r>
            <a:endParaRPr lang="en-US" sz="1200" dirty="0"/>
          </a:p>
        </p:txBody>
      </p:sp>
      <p:sp>
        <p:nvSpPr>
          <p:cNvPr id="8" name="Shape 5"/>
          <p:cNvSpPr/>
          <p:nvPr/>
        </p:nvSpPr>
        <p:spPr>
          <a:xfrm>
            <a:off x="0" y="6784848"/>
            <a:ext cx="9144000" cy="73152"/>
          </a:xfrm>
          <a:prstGeom prst="rect">
            <a:avLst/>
          </a:prstGeom>
          <a:solidFill>
            <a:srgbClr val="E3EBFF"/>
          </a:solidFill>
          <a:ln w="12700">
            <a:solidFill>
              <a:srgbClr val="E3EBFF"/>
            </a:solidFill>
            <a:prstDash val="solid"/>
          </a:ln>
        </p:spPr>
        <p:txBody>
          <a:bodyPr/>
          <a:lstStyle/>
          <a:p>
            <a:endParaRPr/>
          </a:p>
        </p:txBody>
      </p:sp>
      <p:sp>
        <p:nvSpPr>
          <p:cNvPr id="9" name="Shape 6"/>
          <p:cNvSpPr/>
          <p:nvPr/>
        </p:nvSpPr>
        <p:spPr>
          <a:xfrm>
            <a:off x="0" y="6784848"/>
            <a:ext cx="9144000" cy="73152"/>
          </a:xfrm>
          <a:prstGeom prst="rect">
            <a:avLst/>
          </a:prstGeom>
          <a:solidFill>
            <a:srgbClr val="0000CC"/>
          </a:solidFill>
          <a:ln w="12700">
            <a:solidFill>
              <a:srgbClr val="0000CC"/>
            </a:solidFill>
            <a:prstDash val="solid"/>
          </a:ln>
        </p:spPr>
        <p:txBody>
          <a:bodyPr/>
          <a:lstStyle/>
          <a:p>
            <a:endParaRPr/>
          </a:p>
        </p:txBody>
      </p:sp>
      <p:sp>
        <p:nvSpPr>
          <p:cNvPr id="11" name="Shape 7"/>
          <p:cNvSpPr/>
          <p:nvPr/>
        </p:nvSpPr>
        <p:spPr>
          <a:xfrm>
            <a:off x="457200" y="2743200"/>
            <a:ext cx="1737360" cy="1005840"/>
          </a:xfrm>
          <a:prstGeom prst="roundRect">
            <a:avLst>
              <a:gd name="adj" fmla="val 10909"/>
            </a:avLst>
          </a:prstGeom>
          <a:solidFill>
            <a:srgbClr val="FFF1DE"/>
          </a:solidFill>
          <a:ln w="19050">
            <a:solidFill>
              <a:srgbClr val="F2CF9E"/>
            </a:solidFill>
            <a:prstDash val="solid"/>
          </a:ln>
        </p:spPr>
        <p:txBody>
          <a:bodyPr/>
          <a:lstStyle/>
          <a:p>
            <a:endParaRPr/>
          </a:p>
        </p:txBody>
      </p:sp>
      <p:sp>
        <p:nvSpPr>
          <p:cNvPr id="12" name="Text 8"/>
          <p:cNvSpPr txBox="1"/>
          <p:nvPr/>
        </p:nvSpPr>
        <p:spPr>
          <a:xfrm>
            <a:off x="530352" y="2743200"/>
            <a:ext cx="1591056" cy="1005840"/>
          </a:xfrm>
          <a:prstGeom prst="rect">
            <a:avLst/>
          </a:prstGeom>
          <a:noFill/>
          <a:ln/>
        </p:spPr>
        <p:txBody>
          <a:bodyPr wrap="square" lIns="0" tIns="0" rIns="0" bIns="0" rtlCol="0" anchor="ctr"/>
          <a:lstStyle/>
          <a:p>
            <a:pPr marL="0" indent="0" algn="ctr">
              <a:buNone/>
            </a:pPr>
            <a:r>
              <a:rPr lang="en-US" sz="1600" b="1" dirty="0">
                <a:solidFill>
                  <a:srgbClr val="1A1A2E"/>
                </a:solidFill>
                <a:latin typeface="Segoe UI" panose="020B0502040204020203" pitchFamily="34" charset="0"/>
                <a:ea typeface="Calibri" pitchFamily="34" charset="-122"/>
                <a:cs typeface="Segoe UI" panose="020B0502040204020203" pitchFamily="34" charset="0"/>
              </a:rPr>
              <a:t>E1 Test workload (APK)</a:t>
            </a:r>
            <a:endParaRPr lang="en-US" sz="1600" dirty="0">
              <a:latin typeface="Segoe UI" panose="020B0502040204020203" pitchFamily="34" charset="0"/>
              <a:cs typeface="Segoe UI" panose="020B0502040204020203" pitchFamily="34" charset="0"/>
            </a:endParaRPr>
          </a:p>
        </p:txBody>
      </p:sp>
      <p:sp>
        <p:nvSpPr>
          <p:cNvPr id="13" name="Shape 9"/>
          <p:cNvSpPr/>
          <p:nvPr/>
        </p:nvSpPr>
        <p:spPr>
          <a:xfrm>
            <a:off x="3291840" y="2560320"/>
            <a:ext cx="1920240" cy="1371600"/>
          </a:xfrm>
          <a:prstGeom prst="ellipse">
            <a:avLst/>
          </a:prstGeom>
          <a:solidFill>
            <a:srgbClr val="EFE6FB"/>
          </a:solidFill>
          <a:ln w="19050">
            <a:solidFill>
              <a:srgbClr val="CDB8ED"/>
            </a:solidFill>
            <a:prstDash val="solid"/>
          </a:ln>
        </p:spPr>
        <p:txBody>
          <a:bodyPr/>
          <a:lstStyle/>
          <a:p>
            <a:endParaRPr/>
          </a:p>
        </p:txBody>
      </p:sp>
      <p:sp>
        <p:nvSpPr>
          <p:cNvPr id="14" name="Text 10"/>
          <p:cNvSpPr txBox="1"/>
          <p:nvPr/>
        </p:nvSpPr>
        <p:spPr>
          <a:xfrm>
            <a:off x="3291840" y="2560320"/>
            <a:ext cx="1920240" cy="1371600"/>
          </a:xfrm>
          <a:prstGeom prst="rect">
            <a:avLst/>
          </a:prstGeom>
          <a:noFill/>
          <a:ln/>
        </p:spPr>
        <p:txBody>
          <a:bodyPr wrap="square" lIns="0" tIns="0" rIns="0" bIns="0" rtlCol="0" anchor="ctr"/>
          <a:lstStyle/>
          <a:p>
            <a:pPr marL="0" indent="0" algn="ctr">
              <a:buNone/>
            </a:pPr>
            <a:r>
              <a:rPr lang="en-US" sz="1500" b="1" dirty="0">
                <a:solidFill>
                  <a:srgbClr val="1A1A2E"/>
                </a:solidFill>
                <a:latin typeface="Segoe UI" panose="020B0502040204020203" pitchFamily="34" charset="0"/>
                <a:ea typeface="Calibri" pitchFamily="34" charset="-122"/>
                <a:cs typeface="Segoe UI" panose="020B0502040204020203" pitchFamily="34" charset="0"/>
              </a:rPr>
              <a:t>1.0 Intercept renames</a:t>
            </a:r>
            <a:endParaRPr lang="en-US" sz="1500" dirty="0">
              <a:latin typeface="Segoe UI" panose="020B0502040204020203" pitchFamily="34" charset="0"/>
              <a:cs typeface="Segoe UI" panose="020B0502040204020203" pitchFamily="34" charset="0"/>
            </a:endParaRPr>
          </a:p>
        </p:txBody>
      </p:sp>
      <p:sp>
        <p:nvSpPr>
          <p:cNvPr id="15" name="Shape 11"/>
          <p:cNvSpPr/>
          <p:nvPr/>
        </p:nvSpPr>
        <p:spPr>
          <a:xfrm>
            <a:off x="6309360" y="2560320"/>
            <a:ext cx="1920240" cy="1371600"/>
          </a:xfrm>
          <a:prstGeom prst="ellipse">
            <a:avLst/>
          </a:prstGeom>
          <a:solidFill>
            <a:srgbClr val="EFE6FB"/>
          </a:solidFill>
          <a:ln w="19050">
            <a:solidFill>
              <a:srgbClr val="CDB8ED"/>
            </a:solidFill>
            <a:prstDash val="solid"/>
          </a:ln>
        </p:spPr>
        <p:txBody>
          <a:bodyPr/>
          <a:lstStyle/>
          <a:p>
            <a:endParaRPr/>
          </a:p>
        </p:txBody>
      </p:sp>
      <p:sp>
        <p:nvSpPr>
          <p:cNvPr id="16" name="Text 12"/>
          <p:cNvSpPr txBox="1"/>
          <p:nvPr/>
        </p:nvSpPr>
        <p:spPr>
          <a:xfrm>
            <a:off x="6309360" y="2560320"/>
            <a:ext cx="1920240" cy="1371600"/>
          </a:xfrm>
          <a:prstGeom prst="rect">
            <a:avLst/>
          </a:prstGeom>
          <a:noFill/>
          <a:ln/>
        </p:spPr>
        <p:txBody>
          <a:bodyPr wrap="square" lIns="0" tIns="0" rIns="0" bIns="0" rtlCol="0" anchor="ctr"/>
          <a:lstStyle/>
          <a:p>
            <a:pPr marL="0" indent="0" algn="ctr">
              <a:buNone/>
            </a:pPr>
            <a:r>
              <a:rPr lang="en-US" sz="1500" b="1" dirty="0">
                <a:solidFill>
                  <a:srgbClr val="1A1A2E"/>
                </a:solidFill>
                <a:latin typeface="Segoe UI" panose="020B0502040204020203" pitchFamily="34" charset="0"/>
                <a:ea typeface="Calibri" pitchFamily="34" charset="-122"/>
                <a:cs typeface="Segoe UI" panose="020B0502040204020203" pitchFamily="34" charset="0"/>
              </a:rPr>
              <a:t>2.0 Evaluate rate</a:t>
            </a:r>
            <a:endParaRPr lang="en-US" sz="1500" dirty="0">
              <a:latin typeface="Segoe UI" panose="020B0502040204020203" pitchFamily="34" charset="0"/>
              <a:cs typeface="Segoe UI" panose="020B0502040204020203" pitchFamily="34" charset="0"/>
            </a:endParaRPr>
          </a:p>
        </p:txBody>
      </p:sp>
      <p:sp>
        <p:nvSpPr>
          <p:cNvPr id="17" name="Shape 13"/>
          <p:cNvSpPr/>
          <p:nvPr/>
        </p:nvSpPr>
        <p:spPr>
          <a:xfrm>
            <a:off x="9326880" y="2560320"/>
            <a:ext cx="1920240" cy="1371600"/>
          </a:xfrm>
          <a:prstGeom prst="ellipse">
            <a:avLst/>
          </a:prstGeom>
          <a:solidFill>
            <a:srgbClr val="EFE6FB"/>
          </a:solidFill>
          <a:ln w="19050">
            <a:solidFill>
              <a:srgbClr val="CDB8ED"/>
            </a:solidFill>
            <a:prstDash val="solid"/>
          </a:ln>
        </p:spPr>
        <p:txBody>
          <a:bodyPr/>
          <a:lstStyle/>
          <a:p>
            <a:endParaRPr/>
          </a:p>
        </p:txBody>
      </p:sp>
      <p:sp>
        <p:nvSpPr>
          <p:cNvPr id="18" name="Text 14"/>
          <p:cNvSpPr txBox="1"/>
          <p:nvPr/>
        </p:nvSpPr>
        <p:spPr>
          <a:xfrm>
            <a:off x="9326880" y="2560320"/>
            <a:ext cx="1920240" cy="1371600"/>
          </a:xfrm>
          <a:prstGeom prst="rect">
            <a:avLst/>
          </a:prstGeom>
          <a:noFill/>
          <a:ln/>
        </p:spPr>
        <p:txBody>
          <a:bodyPr wrap="square" lIns="0" tIns="0" rIns="0" bIns="0" rtlCol="0" anchor="ctr"/>
          <a:lstStyle/>
          <a:p>
            <a:pPr marL="0" indent="0" algn="ctr">
              <a:buNone/>
            </a:pPr>
            <a:r>
              <a:rPr lang="en-US" sz="1500" b="1" dirty="0">
                <a:solidFill>
                  <a:srgbClr val="1A1A2E"/>
                </a:solidFill>
                <a:latin typeface="Segoe UI" panose="020B0502040204020203" pitchFamily="34" charset="0"/>
                <a:ea typeface="Calibri" pitchFamily="34" charset="-122"/>
                <a:cs typeface="Segoe UI" panose="020B0502040204020203" pitchFamily="34" charset="0"/>
              </a:rPr>
              <a:t>3.0 Respond</a:t>
            </a:r>
            <a:endParaRPr lang="en-US" sz="1500" dirty="0">
              <a:latin typeface="Segoe UI" panose="020B0502040204020203" pitchFamily="34" charset="0"/>
              <a:cs typeface="Segoe UI" panose="020B0502040204020203" pitchFamily="34" charset="0"/>
            </a:endParaRPr>
          </a:p>
        </p:txBody>
      </p:sp>
      <p:sp>
        <p:nvSpPr>
          <p:cNvPr id="19" name="Shape 15"/>
          <p:cNvSpPr/>
          <p:nvPr/>
        </p:nvSpPr>
        <p:spPr>
          <a:xfrm>
            <a:off x="9326880" y="1371600"/>
            <a:ext cx="1920240" cy="731520"/>
          </a:xfrm>
          <a:prstGeom prst="roundRect">
            <a:avLst>
              <a:gd name="adj" fmla="val 15000"/>
            </a:avLst>
          </a:prstGeom>
          <a:solidFill>
            <a:srgbClr val="E3EBFF"/>
          </a:solidFill>
          <a:ln w="19050">
            <a:solidFill>
              <a:srgbClr val="B9C9F5"/>
            </a:solidFill>
            <a:prstDash val="solid"/>
          </a:ln>
        </p:spPr>
        <p:txBody>
          <a:bodyPr/>
          <a:lstStyle/>
          <a:p>
            <a:endParaRPr/>
          </a:p>
        </p:txBody>
      </p:sp>
      <p:sp>
        <p:nvSpPr>
          <p:cNvPr id="20" name="Text 16"/>
          <p:cNvSpPr txBox="1"/>
          <p:nvPr/>
        </p:nvSpPr>
        <p:spPr>
          <a:xfrm>
            <a:off x="9400032" y="1371600"/>
            <a:ext cx="1773936" cy="731520"/>
          </a:xfrm>
          <a:prstGeom prst="rect">
            <a:avLst/>
          </a:prstGeom>
          <a:noFill/>
          <a:ln/>
        </p:spPr>
        <p:txBody>
          <a:bodyPr wrap="square" lIns="0" tIns="0" rIns="0" bIns="0" rtlCol="0" anchor="ctr"/>
          <a:lstStyle/>
          <a:p>
            <a:pPr marL="0" indent="0" algn="ctr">
              <a:buNone/>
            </a:pPr>
            <a:r>
              <a:rPr lang="en-US" sz="1600" b="1" dirty="0">
                <a:solidFill>
                  <a:srgbClr val="1A1A2E"/>
                </a:solidFill>
                <a:latin typeface="Segoe UI" panose="020B0502040204020203" pitchFamily="34" charset="0"/>
                <a:ea typeface="Calibri" pitchFamily="34" charset="-122"/>
                <a:cs typeface="Segoe UI" panose="020B0502040204020203" pitchFamily="34" charset="0"/>
              </a:rPr>
              <a:t>E2 Analyst console</a:t>
            </a:r>
            <a:endParaRPr lang="en-US" sz="1600" dirty="0">
              <a:latin typeface="Segoe UI" panose="020B0502040204020203" pitchFamily="34" charset="0"/>
              <a:cs typeface="Segoe UI" panose="020B0502040204020203" pitchFamily="34" charset="0"/>
            </a:endParaRPr>
          </a:p>
        </p:txBody>
      </p:sp>
      <p:sp>
        <p:nvSpPr>
          <p:cNvPr id="21" name="Shape 17"/>
          <p:cNvSpPr/>
          <p:nvPr/>
        </p:nvSpPr>
        <p:spPr>
          <a:xfrm>
            <a:off x="9326880" y="4663440"/>
            <a:ext cx="1920240" cy="731520"/>
          </a:xfrm>
          <a:prstGeom prst="roundRect">
            <a:avLst>
              <a:gd name="adj" fmla="val 15000"/>
            </a:avLst>
          </a:prstGeom>
          <a:solidFill>
            <a:srgbClr val="E4F5E8"/>
          </a:solidFill>
          <a:ln w="19050">
            <a:solidFill>
              <a:srgbClr val="A9D9B5"/>
            </a:solidFill>
            <a:prstDash val="solid"/>
          </a:ln>
        </p:spPr>
        <p:txBody>
          <a:bodyPr/>
          <a:lstStyle/>
          <a:p>
            <a:endParaRPr/>
          </a:p>
        </p:txBody>
      </p:sp>
      <p:sp>
        <p:nvSpPr>
          <p:cNvPr id="22" name="Text 18"/>
          <p:cNvSpPr txBox="1"/>
          <p:nvPr/>
        </p:nvSpPr>
        <p:spPr>
          <a:xfrm>
            <a:off x="9400032" y="4663440"/>
            <a:ext cx="1773936" cy="731520"/>
          </a:xfrm>
          <a:prstGeom prst="rect">
            <a:avLst/>
          </a:prstGeom>
          <a:noFill/>
          <a:ln/>
        </p:spPr>
        <p:txBody>
          <a:bodyPr wrap="square" lIns="0" tIns="0" rIns="0" bIns="0" rtlCol="0" anchor="ctr"/>
          <a:lstStyle/>
          <a:p>
            <a:pPr marL="0" indent="0" algn="ctr">
              <a:buNone/>
            </a:pPr>
            <a:r>
              <a:rPr lang="en-US" sz="1600" b="1" dirty="0">
                <a:solidFill>
                  <a:srgbClr val="1A1A2E"/>
                </a:solidFill>
                <a:latin typeface="Segoe UI" panose="020B0502040204020203" pitchFamily="34" charset="0"/>
                <a:ea typeface="Calibri" pitchFamily="34" charset="-122"/>
                <a:cs typeface="Segoe UI" panose="020B0502040204020203" pitchFamily="34" charset="0"/>
              </a:rPr>
              <a:t>E3 Android OS (adb)</a:t>
            </a:r>
            <a:endParaRPr lang="en-US" sz="1600" dirty="0">
              <a:latin typeface="Segoe UI" panose="020B0502040204020203" pitchFamily="34" charset="0"/>
              <a:cs typeface="Segoe UI" panose="020B0502040204020203" pitchFamily="34" charset="0"/>
            </a:endParaRPr>
          </a:p>
        </p:txBody>
      </p:sp>
      <p:sp>
        <p:nvSpPr>
          <p:cNvPr id="23" name="Shape 19"/>
          <p:cNvSpPr/>
          <p:nvPr/>
        </p:nvSpPr>
        <p:spPr>
          <a:xfrm>
            <a:off x="3291840" y="4663440"/>
            <a:ext cx="1920240" cy="731520"/>
          </a:xfrm>
          <a:prstGeom prst="roundRect">
            <a:avLst>
              <a:gd name="adj" fmla="val 15000"/>
            </a:avLst>
          </a:prstGeom>
          <a:solidFill>
            <a:srgbClr val="FFF8CC"/>
          </a:solidFill>
          <a:ln w="19050">
            <a:solidFill>
              <a:srgbClr val="E6D77A"/>
            </a:solidFill>
            <a:prstDash val="solid"/>
          </a:ln>
        </p:spPr>
        <p:txBody>
          <a:bodyPr/>
          <a:lstStyle/>
          <a:p>
            <a:endParaRPr/>
          </a:p>
        </p:txBody>
      </p:sp>
      <p:sp>
        <p:nvSpPr>
          <p:cNvPr id="24" name="Text 20"/>
          <p:cNvSpPr txBox="1"/>
          <p:nvPr/>
        </p:nvSpPr>
        <p:spPr>
          <a:xfrm>
            <a:off x="3364992" y="4663440"/>
            <a:ext cx="1773936" cy="731520"/>
          </a:xfrm>
          <a:prstGeom prst="rect">
            <a:avLst/>
          </a:prstGeom>
          <a:noFill/>
          <a:ln/>
        </p:spPr>
        <p:txBody>
          <a:bodyPr wrap="square" lIns="0" tIns="0" rIns="0" bIns="0" rtlCol="0" anchor="ctr"/>
          <a:lstStyle/>
          <a:p>
            <a:pPr marL="0" indent="0" algn="ctr">
              <a:buNone/>
            </a:pPr>
            <a:r>
              <a:rPr lang="en-US" sz="1600" b="1" dirty="0">
                <a:solidFill>
                  <a:srgbClr val="1A1A2E"/>
                </a:solidFill>
                <a:latin typeface="Segoe UI" panose="020B0502040204020203" pitchFamily="34" charset="0"/>
                <a:ea typeface="Calibri" pitchFamily="34" charset="-122"/>
                <a:cs typeface="Segoe UI" panose="020B0502040204020203" pitchFamily="34" charset="0"/>
              </a:rPr>
              <a:t>D2 Telemetry log</a:t>
            </a:r>
            <a:endParaRPr lang="en-US" sz="1600" dirty="0">
              <a:latin typeface="Segoe UI" panose="020B0502040204020203" pitchFamily="34" charset="0"/>
              <a:cs typeface="Segoe UI" panose="020B0502040204020203" pitchFamily="34" charset="0"/>
            </a:endParaRPr>
          </a:p>
        </p:txBody>
      </p:sp>
      <p:sp>
        <p:nvSpPr>
          <p:cNvPr id="25" name="Shape 21"/>
          <p:cNvSpPr/>
          <p:nvPr/>
        </p:nvSpPr>
        <p:spPr>
          <a:xfrm>
            <a:off x="6309360" y="4663440"/>
            <a:ext cx="1920240" cy="731520"/>
          </a:xfrm>
          <a:prstGeom prst="roundRect">
            <a:avLst>
              <a:gd name="adj" fmla="val 15000"/>
            </a:avLst>
          </a:prstGeom>
          <a:solidFill>
            <a:srgbClr val="FFF8CC"/>
          </a:solidFill>
          <a:ln w="19050">
            <a:solidFill>
              <a:srgbClr val="E6D77A"/>
            </a:solidFill>
            <a:prstDash val="solid"/>
          </a:ln>
        </p:spPr>
        <p:txBody>
          <a:bodyPr/>
          <a:lstStyle/>
          <a:p>
            <a:endParaRPr/>
          </a:p>
        </p:txBody>
      </p:sp>
      <p:sp>
        <p:nvSpPr>
          <p:cNvPr id="26" name="Text 22"/>
          <p:cNvSpPr txBox="1"/>
          <p:nvPr/>
        </p:nvSpPr>
        <p:spPr>
          <a:xfrm>
            <a:off x="6382512" y="4663440"/>
            <a:ext cx="1773936" cy="731520"/>
          </a:xfrm>
          <a:prstGeom prst="rect">
            <a:avLst/>
          </a:prstGeom>
          <a:noFill/>
          <a:ln/>
        </p:spPr>
        <p:txBody>
          <a:bodyPr wrap="square" lIns="0" tIns="0" rIns="0" bIns="0" rtlCol="0" anchor="ctr"/>
          <a:lstStyle/>
          <a:p>
            <a:pPr marL="0" indent="0" algn="ctr">
              <a:buNone/>
            </a:pPr>
            <a:r>
              <a:rPr lang="en-US" sz="1600" b="1" dirty="0">
                <a:solidFill>
                  <a:srgbClr val="1A1A2E"/>
                </a:solidFill>
                <a:latin typeface="Segoe UI" panose="020B0502040204020203" pitchFamily="34" charset="0"/>
                <a:ea typeface="Calibri" pitchFamily="34" charset="-122"/>
                <a:cs typeface="Segoe UI" panose="020B0502040204020203" pitchFamily="34" charset="0"/>
              </a:rPr>
              <a:t>D1 Event window</a:t>
            </a:r>
            <a:endParaRPr lang="en-US" sz="1600" dirty="0">
              <a:latin typeface="Segoe UI" panose="020B0502040204020203" pitchFamily="34" charset="0"/>
              <a:cs typeface="Segoe UI" panose="020B0502040204020203" pitchFamily="34" charset="0"/>
            </a:endParaRPr>
          </a:p>
        </p:txBody>
      </p:sp>
      <p:sp>
        <p:nvSpPr>
          <p:cNvPr id="27" name="Shape 23"/>
          <p:cNvSpPr/>
          <p:nvPr/>
        </p:nvSpPr>
        <p:spPr>
          <a:xfrm>
            <a:off x="2194560" y="3246120"/>
            <a:ext cx="1097280" cy="0"/>
          </a:xfrm>
          <a:prstGeom prst="line">
            <a:avLst/>
          </a:prstGeom>
          <a:noFill/>
          <a:ln w="25400">
            <a:solidFill>
              <a:srgbClr val="0000CC"/>
            </a:solidFill>
            <a:prstDash val="solid"/>
            <a:tailEnd type="triangle"/>
          </a:ln>
        </p:spPr>
        <p:txBody>
          <a:bodyPr/>
          <a:lstStyle/>
          <a:p>
            <a:endParaRPr/>
          </a:p>
        </p:txBody>
      </p:sp>
      <p:sp>
        <p:nvSpPr>
          <p:cNvPr id="28" name="Text 24"/>
          <p:cNvSpPr txBox="1"/>
          <p:nvPr/>
        </p:nvSpPr>
        <p:spPr>
          <a:xfrm>
            <a:off x="2194560" y="2697480"/>
            <a:ext cx="1097280" cy="457200"/>
          </a:xfrm>
          <a:prstGeom prst="rect">
            <a:avLst/>
          </a:prstGeom>
          <a:noFill/>
          <a:ln/>
        </p:spPr>
        <p:txBody>
          <a:bodyPr wrap="square" lIns="0" tIns="0" rIns="0" bIns="0" rtlCol="0" anchor="ctr"/>
          <a:lstStyle/>
          <a:p>
            <a:pPr marL="0" indent="0" algn="ctr">
              <a:buNone/>
            </a:pPr>
            <a:r>
              <a:rPr lang="en-US" sz="1400" dirty="0">
                <a:solidFill>
                  <a:srgbClr val="444444"/>
                </a:solidFill>
                <a:latin typeface="Aptos Display" panose="020B0004020202020204" pitchFamily="34" charset="0"/>
                <a:ea typeface="Calibri" pitchFamily="34" charset="-122"/>
                <a:cs typeface="Calibri" pitchFamily="34" charset="-120"/>
              </a:rPr>
              <a:t>file rename</a:t>
            </a:r>
            <a:endParaRPr lang="en-US" sz="1400" dirty="0">
              <a:latin typeface="Aptos Display" panose="020B0004020202020204" pitchFamily="34" charset="0"/>
            </a:endParaRPr>
          </a:p>
        </p:txBody>
      </p:sp>
      <p:sp>
        <p:nvSpPr>
          <p:cNvPr id="29" name="Shape 25"/>
          <p:cNvSpPr/>
          <p:nvPr/>
        </p:nvSpPr>
        <p:spPr>
          <a:xfrm>
            <a:off x="5212080" y="3246120"/>
            <a:ext cx="1097280" cy="0"/>
          </a:xfrm>
          <a:prstGeom prst="line">
            <a:avLst/>
          </a:prstGeom>
          <a:noFill/>
          <a:ln w="25400">
            <a:solidFill>
              <a:srgbClr val="0000CC"/>
            </a:solidFill>
            <a:prstDash val="solid"/>
            <a:tailEnd type="triangle"/>
          </a:ln>
        </p:spPr>
        <p:txBody>
          <a:bodyPr/>
          <a:lstStyle/>
          <a:p>
            <a:endParaRPr/>
          </a:p>
        </p:txBody>
      </p:sp>
      <p:sp>
        <p:nvSpPr>
          <p:cNvPr id="30" name="Text 26"/>
          <p:cNvSpPr txBox="1"/>
          <p:nvPr/>
        </p:nvSpPr>
        <p:spPr>
          <a:xfrm>
            <a:off x="5212080" y="2697480"/>
            <a:ext cx="1097280" cy="457200"/>
          </a:xfrm>
          <a:prstGeom prst="rect">
            <a:avLst/>
          </a:prstGeom>
          <a:noFill/>
          <a:ln/>
        </p:spPr>
        <p:txBody>
          <a:bodyPr wrap="square" lIns="0" tIns="0" rIns="0" bIns="0" rtlCol="0" anchor="ctr"/>
          <a:lstStyle/>
          <a:p>
            <a:pPr marL="0" indent="0" algn="ctr">
              <a:buNone/>
            </a:pPr>
            <a:r>
              <a:rPr lang="en-US" sz="1400" dirty="0">
                <a:solidFill>
                  <a:srgbClr val="444444"/>
                </a:solidFill>
                <a:latin typeface="Aptos Display" panose="020B0004020202020204" pitchFamily="34" charset="0"/>
                <a:ea typeface="Calibri" pitchFamily="34" charset="-122"/>
                <a:cs typeface="Calibri" pitchFamily="34" charset="-120"/>
              </a:rPr>
              <a:t>rename event</a:t>
            </a:r>
            <a:endParaRPr lang="en-US" sz="1400" dirty="0">
              <a:latin typeface="Aptos Display" panose="020B0004020202020204" pitchFamily="34" charset="0"/>
            </a:endParaRPr>
          </a:p>
        </p:txBody>
      </p:sp>
      <p:sp>
        <p:nvSpPr>
          <p:cNvPr id="31" name="Shape 27"/>
          <p:cNvSpPr/>
          <p:nvPr/>
        </p:nvSpPr>
        <p:spPr>
          <a:xfrm>
            <a:off x="8229600" y="3246120"/>
            <a:ext cx="1097280" cy="0"/>
          </a:xfrm>
          <a:prstGeom prst="line">
            <a:avLst/>
          </a:prstGeom>
          <a:noFill/>
          <a:ln w="25400">
            <a:solidFill>
              <a:srgbClr val="0000CC"/>
            </a:solidFill>
            <a:prstDash val="solid"/>
            <a:tailEnd type="triangle"/>
          </a:ln>
        </p:spPr>
        <p:txBody>
          <a:bodyPr/>
          <a:lstStyle/>
          <a:p>
            <a:endParaRPr/>
          </a:p>
        </p:txBody>
      </p:sp>
      <p:sp>
        <p:nvSpPr>
          <p:cNvPr id="32" name="Text 28"/>
          <p:cNvSpPr txBox="1"/>
          <p:nvPr/>
        </p:nvSpPr>
        <p:spPr>
          <a:xfrm>
            <a:off x="8229600" y="2606040"/>
            <a:ext cx="1097280" cy="548640"/>
          </a:xfrm>
          <a:prstGeom prst="rect">
            <a:avLst/>
          </a:prstGeom>
          <a:noFill/>
          <a:ln/>
        </p:spPr>
        <p:txBody>
          <a:bodyPr wrap="square" lIns="0" tIns="0" rIns="0" bIns="0" rtlCol="0" anchor="ctr"/>
          <a:lstStyle/>
          <a:p>
            <a:pPr marL="0" indent="0" algn="ctr">
              <a:buNone/>
            </a:pPr>
            <a:r>
              <a:rPr lang="en-US" sz="1400" dirty="0">
                <a:solidFill>
                  <a:srgbClr val="444444"/>
                </a:solidFill>
                <a:latin typeface="Aptos Display" panose="020B0004020202020204" pitchFamily="34" charset="0"/>
                <a:ea typeface="Calibri" pitchFamily="34" charset="-122"/>
                <a:cs typeface="Calibri" pitchFamily="34" charset="-120"/>
              </a:rPr>
              <a:t>alert</a:t>
            </a:r>
            <a:endParaRPr lang="en-US" sz="1400" dirty="0">
              <a:latin typeface="Aptos Display" panose="020B0004020202020204" pitchFamily="34" charset="0"/>
            </a:endParaRPr>
          </a:p>
          <a:p>
            <a:pPr marL="0" indent="0" algn="ctr">
              <a:buNone/>
            </a:pPr>
            <a:r>
              <a:rPr lang="en-US" sz="1400" dirty="0">
                <a:solidFill>
                  <a:srgbClr val="444444"/>
                </a:solidFill>
                <a:latin typeface="Aptos Display" panose="020B0004020202020204" pitchFamily="34" charset="0"/>
                <a:ea typeface="Calibri" pitchFamily="34" charset="-122"/>
                <a:cs typeface="Calibri" pitchFamily="34" charset="-120"/>
              </a:rPr>
              <a:t>≥ 10 in 2 s</a:t>
            </a:r>
            <a:endParaRPr lang="en-US" sz="1400" dirty="0">
              <a:latin typeface="Aptos Display" panose="020B0004020202020204" pitchFamily="34" charset="0"/>
            </a:endParaRPr>
          </a:p>
        </p:txBody>
      </p:sp>
      <p:sp>
        <p:nvSpPr>
          <p:cNvPr id="33" name="Shape 29"/>
          <p:cNvSpPr/>
          <p:nvPr/>
        </p:nvSpPr>
        <p:spPr>
          <a:xfrm>
            <a:off x="4251960" y="3931920"/>
            <a:ext cx="0" cy="731520"/>
          </a:xfrm>
          <a:prstGeom prst="line">
            <a:avLst/>
          </a:prstGeom>
          <a:noFill/>
          <a:ln w="25400">
            <a:solidFill>
              <a:srgbClr val="0000CC"/>
            </a:solidFill>
            <a:prstDash val="solid"/>
            <a:tailEnd type="triangle"/>
          </a:ln>
        </p:spPr>
        <p:txBody>
          <a:bodyPr/>
          <a:lstStyle/>
          <a:p>
            <a:endParaRPr/>
          </a:p>
        </p:txBody>
      </p:sp>
      <p:sp>
        <p:nvSpPr>
          <p:cNvPr id="34" name="Text 30"/>
          <p:cNvSpPr txBox="1"/>
          <p:nvPr/>
        </p:nvSpPr>
        <p:spPr>
          <a:xfrm>
            <a:off x="4343400" y="4160520"/>
            <a:ext cx="1097280" cy="274320"/>
          </a:xfrm>
          <a:prstGeom prst="rect">
            <a:avLst/>
          </a:prstGeom>
          <a:noFill/>
          <a:ln/>
        </p:spPr>
        <p:txBody>
          <a:bodyPr wrap="square" lIns="0" tIns="0" rIns="0" bIns="0" rtlCol="0" anchor="ctr"/>
          <a:lstStyle/>
          <a:p>
            <a:pPr marL="0" indent="0" algn="l">
              <a:buNone/>
            </a:pPr>
            <a:r>
              <a:rPr lang="en-US" sz="1400" dirty="0">
                <a:solidFill>
                  <a:srgbClr val="444444"/>
                </a:solidFill>
                <a:latin typeface="Aptos Display" panose="020B0004020202020204" pitchFamily="34" charset="0"/>
                <a:ea typeface="Calibri" pitchFamily="34" charset="-122"/>
                <a:cs typeface="Calibri" pitchFamily="34" charset="-120"/>
              </a:rPr>
              <a:t>log line</a:t>
            </a:r>
            <a:endParaRPr lang="en-US" sz="1400" dirty="0">
              <a:latin typeface="Aptos Display" panose="020B0004020202020204" pitchFamily="34" charset="0"/>
            </a:endParaRPr>
          </a:p>
        </p:txBody>
      </p:sp>
      <p:sp>
        <p:nvSpPr>
          <p:cNvPr id="35" name="Shape 31"/>
          <p:cNvSpPr/>
          <p:nvPr/>
        </p:nvSpPr>
        <p:spPr>
          <a:xfrm>
            <a:off x="7269480" y="3931920"/>
            <a:ext cx="0" cy="731520"/>
          </a:xfrm>
          <a:prstGeom prst="line">
            <a:avLst/>
          </a:prstGeom>
          <a:noFill/>
          <a:ln w="25400">
            <a:solidFill>
              <a:srgbClr val="0000CC"/>
            </a:solidFill>
            <a:prstDash val="solid"/>
            <a:tailEnd type="triangle"/>
          </a:ln>
        </p:spPr>
        <p:txBody>
          <a:bodyPr/>
          <a:lstStyle/>
          <a:p>
            <a:endParaRPr/>
          </a:p>
        </p:txBody>
      </p:sp>
      <p:sp>
        <p:nvSpPr>
          <p:cNvPr id="36" name="Shape 32"/>
          <p:cNvSpPr/>
          <p:nvPr/>
        </p:nvSpPr>
        <p:spPr>
          <a:xfrm flipV="1">
            <a:off x="7452360" y="3931920"/>
            <a:ext cx="0" cy="731520"/>
          </a:xfrm>
          <a:prstGeom prst="line">
            <a:avLst/>
          </a:prstGeom>
          <a:noFill/>
          <a:ln w="25400">
            <a:solidFill>
              <a:srgbClr val="0000CC"/>
            </a:solidFill>
            <a:prstDash val="solid"/>
            <a:tailEnd type="triangle"/>
          </a:ln>
        </p:spPr>
        <p:txBody>
          <a:bodyPr/>
          <a:lstStyle/>
          <a:p>
            <a:endParaRPr/>
          </a:p>
        </p:txBody>
      </p:sp>
      <p:sp>
        <p:nvSpPr>
          <p:cNvPr id="37" name="Text 33"/>
          <p:cNvSpPr txBox="1"/>
          <p:nvPr/>
        </p:nvSpPr>
        <p:spPr>
          <a:xfrm>
            <a:off x="7589520" y="4160520"/>
            <a:ext cx="1188720" cy="274320"/>
          </a:xfrm>
          <a:prstGeom prst="rect">
            <a:avLst/>
          </a:prstGeom>
          <a:noFill/>
          <a:ln/>
        </p:spPr>
        <p:txBody>
          <a:bodyPr wrap="square" lIns="0" tIns="0" rIns="0" bIns="0" rtlCol="0" anchor="ctr"/>
          <a:lstStyle/>
          <a:p>
            <a:pPr marL="0" indent="0" algn="l">
              <a:buNone/>
            </a:pPr>
            <a:r>
              <a:rPr lang="en-US" sz="1400" dirty="0">
                <a:solidFill>
                  <a:srgbClr val="444444"/>
                </a:solidFill>
                <a:latin typeface="Aptos Display" panose="020B0004020202020204" pitchFamily="34" charset="0"/>
                <a:ea typeface="Calibri" pitchFamily="34" charset="-122"/>
                <a:cs typeface="Calibri" pitchFamily="34" charset="-120"/>
              </a:rPr>
              <a:t>timestamps</a:t>
            </a:r>
            <a:endParaRPr lang="en-US" sz="1400" dirty="0">
              <a:latin typeface="Aptos Display" panose="020B0004020202020204" pitchFamily="34" charset="0"/>
            </a:endParaRPr>
          </a:p>
        </p:txBody>
      </p:sp>
      <p:sp>
        <p:nvSpPr>
          <p:cNvPr id="38" name="Shape 34"/>
          <p:cNvSpPr/>
          <p:nvPr/>
        </p:nvSpPr>
        <p:spPr>
          <a:xfrm flipV="1">
            <a:off x="10287000" y="2103120"/>
            <a:ext cx="0" cy="457200"/>
          </a:xfrm>
          <a:prstGeom prst="line">
            <a:avLst/>
          </a:prstGeom>
          <a:noFill/>
          <a:ln w="25400">
            <a:solidFill>
              <a:srgbClr val="0000CC"/>
            </a:solidFill>
            <a:prstDash val="solid"/>
            <a:tailEnd type="triangle"/>
          </a:ln>
        </p:spPr>
        <p:txBody>
          <a:bodyPr/>
          <a:lstStyle/>
          <a:p>
            <a:endParaRPr/>
          </a:p>
        </p:txBody>
      </p:sp>
      <p:sp>
        <p:nvSpPr>
          <p:cNvPr id="39" name="Text 35"/>
          <p:cNvSpPr txBox="1"/>
          <p:nvPr/>
        </p:nvSpPr>
        <p:spPr>
          <a:xfrm>
            <a:off x="10378440" y="2148840"/>
            <a:ext cx="1371600" cy="274320"/>
          </a:xfrm>
          <a:prstGeom prst="rect">
            <a:avLst/>
          </a:prstGeom>
          <a:noFill/>
          <a:ln/>
        </p:spPr>
        <p:txBody>
          <a:bodyPr wrap="square" lIns="0" tIns="0" rIns="0" bIns="0" rtlCol="0" anchor="ctr"/>
          <a:lstStyle/>
          <a:p>
            <a:pPr marL="0" indent="0" algn="l">
              <a:buNone/>
            </a:pPr>
            <a:r>
              <a:rPr lang="en-US" sz="1400" dirty="0">
                <a:solidFill>
                  <a:srgbClr val="444444"/>
                </a:solidFill>
                <a:latin typeface="Aptos Display" panose="020B0004020202020204" pitchFamily="34" charset="0"/>
                <a:ea typeface="Calibri" pitchFamily="34" charset="-122"/>
                <a:cs typeface="Calibri" pitchFamily="34" charset="-120"/>
              </a:rPr>
              <a:t>delay, files</a:t>
            </a:r>
            <a:endParaRPr lang="en-US" sz="1400" dirty="0">
              <a:latin typeface="Aptos Display" panose="020B0004020202020204" pitchFamily="34" charset="0"/>
            </a:endParaRPr>
          </a:p>
        </p:txBody>
      </p:sp>
      <p:sp>
        <p:nvSpPr>
          <p:cNvPr id="40" name="Shape 36"/>
          <p:cNvSpPr/>
          <p:nvPr/>
        </p:nvSpPr>
        <p:spPr>
          <a:xfrm>
            <a:off x="10287000" y="3931920"/>
            <a:ext cx="0" cy="731520"/>
          </a:xfrm>
          <a:prstGeom prst="line">
            <a:avLst/>
          </a:prstGeom>
          <a:noFill/>
          <a:ln w="25400">
            <a:solidFill>
              <a:srgbClr val="0000CC"/>
            </a:solidFill>
            <a:prstDash val="solid"/>
            <a:tailEnd type="triangle"/>
          </a:ln>
        </p:spPr>
        <p:txBody>
          <a:bodyPr/>
          <a:lstStyle/>
          <a:p>
            <a:endParaRPr/>
          </a:p>
        </p:txBody>
      </p:sp>
      <p:sp>
        <p:nvSpPr>
          <p:cNvPr id="41" name="Text 37"/>
          <p:cNvSpPr txBox="1"/>
          <p:nvPr/>
        </p:nvSpPr>
        <p:spPr>
          <a:xfrm>
            <a:off x="10378440" y="4160520"/>
            <a:ext cx="1280160" cy="274320"/>
          </a:xfrm>
          <a:prstGeom prst="rect">
            <a:avLst/>
          </a:prstGeom>
          <a:noFill/>
          <a:ln/>
        </p:spPr>
        <p:txBody>
          <a:bodyPr wrap="square" lIns="0" tIns="0" rIns="0" bIns="0" rtlCol="0" anchor="ctr"/>
          <a:lstStyle/>
          <a:p>
            <a:pPr marL="0" indent="0" algn="l">
              <a:buNone/>
            </a:pPr>
            <a:r>
              <a:rPr lang="en-US" sz="1400" dirty="0">
                <a:solidFill>
                  <a:srgbClr val="444444"/>
                </a:solidFill>
                <a:latin typeface="Aptos Display" panose="020B0004020202020204" pitchFamily="34" charset="0"/>
                <a:ea typeface="Calibri" pitchFamily="34" charset="-122"/>
                <a:cs typeface="Calibri" pitchFamily="34" charset="-120"/>
              </a:rPr>
              <a:t>force-stop</a:t>
            </a:r>
            <a:endParaRPr lang="en-US" sz="1400" dirty="0">
              <a:latin typeface="Aptos Display" panose="020B0004020202020204" pitchFamily="34" charset="0"/>
            </a:endParaRPr>
          </a:p>
        </p:txBody>
      </p:sp>
      <p:sp>
        <p:nvSpPr>
          <p:cNvPr id="42" name="Text 38"/>
          <p:cNvSpPr txBox="1"/>
          <p:nvPr/>
        </p:nvSpPr>
        <p:spPr>
          <a:xfrm>
            <a:off x="548640" y="5760720"/>
            <a:ext cx="11064240" cy="365760"/>
          </a:xfrm>
          <a:prstGeom prst="rect">
            <a:avLst/>
          </a:prstGeom>
          <a:noFill/>
          <a:ln/>
        </p:spPr>
        <p:txBody>
          <a:bodyPr wrap="square" lIns="0" tIns="0" rIns="0" bIns="0" rtlCol="0" anchor="ctr"/>
          <a:lstStyle/>
          <a:p>
            <a:pPr marL="0" indent="0" algn="ctr">
              <a:buNone/>
            </a:pPr>
            <a:r>
              <a:rPr lang="en-US" sz="1400" dirty="0">
                <a:solidFill>
                  <a:srgbClr val="444444"/>
                </a:solidFill>
                <a:latin typeface="Aptos Narrow" panose="020B0004020202020204" pitchFamily="34" charset="0"/>
                <a:ea typeface="Calibri" pitchFamily="34" charset="-122"/>
                <a:cs typeface="Calibri" pitchFamily="34" charset="-120"/>
              </a:rPr>
              <a:t>Rectangle = external entity or data store   •   Circle = process   •   Arrow = data flow</a:t>
            </a:r>
            <a:endParaRPr lang="en-US" sz="1400" dirty="0">
              <a:latin typeface="Aptos Narrow" panose="020B0004020202020204" pitchFamily="34" charset="0"/>
            </a:endParaRPr>
          </a:p>
        </p:txBody>
      </p:sp>
      <p:sp>
        <p:nvSpPr>
          <p:cNvPr id="43" name="Shape 2">
            <a:extLst>
              <a:ext uri="{FF2B5EF4-FFF2-40B4-BE49-F238E27FC236}">
                <a16:creationId xmlns:a16="http://schemas.microsoft.com/office/drawing/2014/main" id="{4F904D91-18F1-852F-F3EB-E404CB712C4B}"/>
              </a:ext>
            </a:extLst>
          </p:cNvPr>
          <p:cNvSpPr/>
          <p:nvPr/>
        </p:nvSpPr>
        <p:spPr>
          <a:xfrm>
            <a:off x="548640" y="1188720"/>
            <a:ext cx="11064240" cy="45720"/>
          </a:xfrm>
          <a:prstGeom prst="rect">
            <a:avLst/>
          </a:prstGeom>
          <a:solidFill>
            <a:srgbClr val="0000CC"/>
          </a:solidFill>
          <a:ln w="12700">
            <a:solidFill>
              <a:srgbClr val="0000CC"/>
            </a:solidFill>
            <a:prstDash val="solid"/>
          </a:ln>
        </p:spPr>
        <p:txBody>
          <a:bodyPr/>
          <a:lstStyle/>
          <a:p>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0" y="109728"/>
            <a:ext cx="12188952" cy="320040"/>
          </a:xfrm>
          <a:prstGeom prst="rect">
            <a:avLst/>
          </a:prstGeom>
          <a:noFill/>
          <a:ln/>
        </p:spPr>
        <p:txBody>
          <a:bodyPr wrap="square" lIns="0" tIns="0" rIns="0" bIns="0" rtlCol="0" anchor="ctr"/>
          <a:lstStyle/>
          <a:p>
            <a:pPr marL="0" indent="0" algn="ctr">
              <a:buNone/>
            </a:pPr>
            <a:r>
              <a:rPr lang="en-US" sz="1400" b="1" dirty="0">
                <a:solidFill>
                  <a:srgbClr val="0000CC"/>
                </a:solidFill>
                <a:latin typeface="Calibri" pitchFamily="34" charset="0"/>
                <a:ea typeface="Calibri" pitchFamily="34" charset="-122"/>
                <a:cs typeface="Calibri" pitchFamily="34" charset="-120"/>
              </a:rPr>
              <a:t>AIORI 3     Deployment Timeline</a:t>
            </a:r>
            <a:endParaRPr lang="en-US" sz="1400" dirty="0"/>
          </a:p>
        </p:txBody>
      </p:sp>
      <p:pic>
        <p:nvPicPr>
          <p:cNvPr id="3" name="Image 0" descr="/home/claude/w/aiori_logo.png"/>
          <p:cNvPicPr>
            <a:picLocks noChangeAspect="1"/>
          </p:cNvPicPr>
          <p:nvPr/>
        </p:nvPicPr>
        <p:blipFill>
          <a:blip r:embed="rId3"/>
          <a:stretch>
            <a:fillRect/>
          </a:stretch>
        </p:blipFill>
        <p:spPr>
          <a:xfrm>
            <a:off x="11041660" y="484632"/>
            <a:ext cx="594360" cy="594360"/>
          </a:xfrm>
          <a:prstGeom prst="rect">
            <a:avLst/>
          </a:prstGeom>
        </p:spPr>
      </p:pic>
      <p:sp>
        <p:nvSpPr>
          <p:cNvPr id="4" name="Text 1"/>
          <p:cNvSpPr txBox="1"/>
          <p:nvPr/>
        </p:nvSpPr>
        <p:spPr>
          <a:xfrm>
            <a:off x="548640" y="502920"/>
            <a:ext cx="10424160" cy="685800"/>
          </a:xfrm>
          <a:prstGeom prst="rect">
            <a:avLst/>
          </a:prstGeom>
          <a:noFill/>
          <a:ln/>
        </p:spPr>
        <p:txBody>
          <a:bodyPr wrap="square" lIns="0" tIns="0" rIns="0" bIns="0" rtlCol="0" anchor="ctr"/>
          <a:lstStyle/>
          <a:p>
            <a:pPr marL="0" indent="0">
              <a:buNone/>
            </a:pPr>
            <a:r>
              <a:rPr lang="en-US" sz="3400" b="1" dirty="0">
                <a:solidFill>
                  <a:srgbClr val="0000CC"/>
                </a:solidFill>
                <a:latin typeface="Gadugi" panose="020B0502040204020203" pitchFamily="34" charset="0"/>
                <a:ea typeface="Gadugi" panose="020B0502040204020203" pitchFamily="34" charset="0"/>
                <a:cs typeface="Calibri" pitchFamily="34" charset="-120"/>
              </a:rPr>
              <a:t>Deployment Timeline</a:t>
            </a:r>
            <a:endParaRPr lang="en-US" sz="3400" dirty="0">
              <a:latin typeface="Gadugi" panose="020B0502040204020203" pitchFamily="34" charset="0"/>
              <a:ea typeface="Gadugi" panose="020B0502040204020203" pitchFamily="34" charset="0"/>
            </a:endParaRPr>
          </a:p>
        </p:txBody>
      </p:sp>
      <p:sp>
        <p:nvSpPr>
          <p:cNvPr id="6" name="Text 3"/>
          <p:cNvSpPr txBox="1"/>
          <p:nvPr/>
        </p:nvSpPr>
        <p:spPr>
          <a:xfrm>
            <a:off x="548640" y="6355080"/>
            <a:ext cx="7315200" cy="320040"/>
          </a:xfrm>
          <a:prstGeom prst="rect">
            <a:avLst/>
          </a:prstGeom>
          <a:noFill/>
          <a:ln/>
        </p:spPr>
        <p:txBody>
          <a:bodyPr wrap="square" lIns="0" tIns="0" rIns="0" bIns="0" rtlCol="0" anchor="ctr"/>
          <a:lstStyle/>
          <a:p>
            <a:pPr marL="0" indent="0">
              <a:buNone/>
            </a:pPr>
            <a:r>
              <a:rPr lang="en-US" sz="1200" dirty="0">
                <a:solidFill>
                  <a:srgbClr val="0000CC"/>
                </a:solidFill>
                <a:latin typeface="Calibri" pitchFamily="34" charset="0"/>
                <a:ea typeface="Calibri" pitchFamily="34" charset="-122"/>
                <a:cs typeface="Calibri" pitchFamily="34" charset="-120"/>
              </a:rPr>
              <a:t>S. Maiti et al. • </a:t>
            </a:r>
            <a:r>
              <a:rPr lang="en-US" sz="1200" b="1" dirty="0">
                <a:solidFill>
                  <a:srgbClr val="0000CC"/>
                </a:solidFill>
                <a:latin typeface="Calibri" pitchFamily="34" charset="0"/>
                <a:ea typeface="Calibri" pitchFamily="34" charset="-122"/>
                <a:cs typeface="Calibri" pitchFamily="34" charset="-120"/>
              </a:rPr>
              <a:t>A3-PS001-TC171</a:t>
            </a:r>
            <a:r>
              <a:rPr lang="en-US" sz="1200" dirty="0">
                <a:solidFill>
                  <a:srgbClr val="0000CC"/>
                </a:solidFill>
                <a:latin typeface="Calibri" pitchFamily="34" charset="0"/>
                <a:ea typeface="Calibri" pitchFamily="34" charset="-122"/>
                <a:cs typeface="Calibri" pitchFamily="34" charset="-120"/>
              </a:rPr>
              <a:t> • October 5, 2026</a:t>
            </a:r>
            <a:endParaRPr lang="en-US" sz="1200" dirty="0"/>
          </a:p>
        </p:txBody>
      </p:sp>
      <p:sp>
        <p:nvSpPr>
          <p:cNvPr id="7" name="Text 4"/>
          <p:cNvSpPr txBox="1"/>
          <p:nvPr/>
        </p:nvSpPr>
        <p:spPr>
          <a:xfrm>
            <a:off x="10698480" y="6355080"/>
            <a:ext cx="941832" cy="320040"/>
          </a:xfrm>
          <a:prstGeom prst="rect">
            <a:avLst/>
          </a:prstGeom>
          <a:noFill/>
          <a:ln/>
        </p:spPr>
        <p:txBody>
          <a:bodyPr wrap="square" lIns="0" tIns="0" rIns="0" bIns="0" rtlCol="0" anchor="ctr"/>
          <a:lstStyle/>
          <a:p>
            <a:pPr marL="0" indent="0" algn="r">
              <a:buNone/>
            </a:pPr>
            <a:r>
              <a:rPr lang="en-US" sz="1200" dirty="0">
                <a:solidFill>
                  <a:srgbClr val="0000CC"/>
                </a:solidFill>
                <a:latin typeface="Calibri" pitchFamily="34" charset="0"/>
                <a:ea typeface="Calibri" pitchFamily="34" charset="-122"/>
                <a:cs typeface="Calibri" pitchFamily="34" charset="-120"/>
              </a:rPr>
              <a:t>10 / 12</a:t>
            </a:r>
            <a:endParaRPr lang="en-US" sz="1200" dirty="0"/>
          </a:p>
        </p:txBody>
      </p:sp>
      <p:sp>
        <p:nvSpPr>
          <p:cNvPr id="8" name="Shape 5"/>
          <p:cNvSpPr/>
          <p:nvPr/>
        </p:nvSpPr>
        <p:spPr>
          <a:xfrm>
            <a:off x="0" y="6784848"/>
            <a:ext cx="10160000" cy="73152"/>
          </a:xfrm>
          <a:prstGeom prst="rect">
            <a:avLst/>
          </a:prstGeom>
          <a:solidFill>
            <a:srgbClr val="E3EBFF"/>
          </a:solidFill>
          <a:ln w="12700">
            <a:solidFill>
              <a:srgbClr val="E3EBFF"/>
            </a:solidFill>
            <a:prstDash val="solid"/>
          </a:ln>
        </p:spPr>
        <p:txBody>
          <a:bodyPr/>
          <a:lstStyle/>
          <a:p>
            <a:endParaRPr/>
          </a:p>
        </p:txBody>
      </p:sp>
      <p:sp>
        <p:nvSpPr>
          <p:cNvPr id="9" name="Shape 6"/>
          <p:cNvSpPr/>
          <p:nvPr/>
        </p:nvSpPr>
        <p:spPr>
          <a:xfrm>
            <a:off x="0" y="6784848"/>
            <a:ext cx="10160000" cy="73152"/>
          </a:xfrm>
          <a:prstGeom prst="rect">
            <a:avLst/>
          </a:prstGeom>
          <a:solidFill>
            <a:srgbClr val="0000CC"/>
          </a:solidFill>
          <a:ln w="12700">
            <a:solidFill>
              <a:srgbClr val="0000CC"/>
            </a:solidFill>
            <a:prstDash val="solid"/>
          </a:ln>
        </p:spPr>
        <p:txBody>
          <a:bodyPr/>
          <a:lstStyle/>
          <a:p>
            <a:endParaRPr/>
          </a:p>
        </p:txBody>
      </p:sp>
      <p:sp>
        <p:nvSpPr>
          <p:cNvPr id="11" name="Shape 7"/>
          <p:cNvSpPr/>
          <p:nvPr/>
        </p:nvSpPr>
        <p:spPr>
          <a:xfrm>
            <a:off x="548640" y="1508760"/>
            <a:ext cx="1965960" cy="1417320"/>
          </a:xfrm>
          <a:prstGeom prst="roundRect">
            <a:avLst>
              <a:gd name="adj" fmla="val 7742"/>
            </a:avLst>
          </a:prstGeom>
          <a:solidFill>
            <a:srgbClr val="E3EBFF"/>
          </a:solidFill>
          <a:ln w="19050">
            <a:solidFill>
              <a:srgbClr val="B9C9F5"/>
            </a:solidFill>
            <a:prstDash val="solid"/>
          </a:ln>
        </p:spPr>
        <p:txBody>
          <a:bodyPr/>
          <a:lstStyle/>
          <a:p>
            <a:endParaRPr/>
          </a:p>
        </p:txBody>
      </p:sp>
      <p:sp>
        <p:nvSpPr>
          <p:cNvPr id="12" name="Text 8"/>
          <p:cNvSpPr txBox="1"/>
          <p:nvPr/>
        </p:nvSpPr>
        <p:spPr>
          <a:xfrm>
            <a:off x="640080" y="1508760"/>
            <a:ext cx="1783080" cy="1417320"/>
          </a:xfrm>
          <a:prstGeom prst="rect">
            <a:avLst/>
          </a:prstGeom>
          <a:noFill/>
          <a:ln/>
        </p:spPr>
        <p:txBody>
          <a:bodyPr wrap="square" lIns="0" tIns="0" rIns="0" bIns="0" rtlCol="0" anchor="ctr"/>
          <a:lstStyle/>
          <a:p>
            <a:pPr marL="0" indent="0" algn="ctr">
              <a:buNone/>
            </a:pPr>
            <a:r>
              <a:rPr lang="en-US" sz="1500" b="1" dirty="0">
                <a:solidFill>
                  <a:srgbClr val="0000CC"/>
                </a:solidFill>
                <a:latin typeface="Segoe UI" panose="020B0502040204020203" pitchFamily="34" charset="0"/>
                <a:ea typeface="Calibri" pitchFamily="34" charset="-122"/>
                <a:cs typeface="Segoe UI" panose="020B0502040204020203" pitchFamily="34" charset="0"/>
              </a:rPr>
              <a:t>Week 1</a:t>
            </a:r>
            <a:endParaRPr lang="en-US" sz="1500" dirty="0">
              <a:latin typeface="Segoe UI" panose="020B0502040204020203" pitchFamily="34" charset="0"/>
              <a:cs typeface="Segoe UI" panose="020B0502040204020203" pitchFamily="34" charset="0"/>
            </a:endParaRPr>
          </a:p>
          <a:p>
            <a:pPr marL="0" indent="0" algn="ctr">
              <a:buNone/>
            </a:pPr>
            <a:r>
              <a:rPr lang="en-US" sz="1800" b="1" dirty="0">
                <a:solidFill>
                  <a:srgbClr val="1A1A2E"/>
                </a:solidFill>
                <a:latin typeface="Segoe UI" panose="020B0502040204020203" pitchFamily="34" charset="0"/>
                <a:ea typeface="Calibri" pitchFamily="34" charset="-122"/>
                <a:cs typeface="Segoe UI" panose="020B0502040204020203" pitchFamily="34" charset="0"/>
              </a:rPr>
              <a:t>Lab setup</a:t>
            </a:r>
            <a:endParaRPr lang="en-US" sz="1500" dirty="0">
              <a:latin typeface="Segoe UI" panose="020B0502040204020203" pitchFamily="34" charset="0"/>
              <a:cs typeface="Segoe UI" panose="020B0502040204020203" pitchFamily="34" charset="0"/>
            </a:endParaRPr>
          </a:p>
          <a:p>
            <a:pPr marL="0" indent="0" algn="ctr">
              <a:buNone/>
            </a:pPr>
            <a:r>
              <a:rPr lang="en-US" sz="1400" dirty="0">
                <a:solidFill>
                  <a:srgbClr val="444444"/>
                </a:solidFill>
                <a:latin typeface="Segoe UI" panose="020B0502040204020203" pitchFamily="34" charset="0"/>
                <a:ea typeface="Calibri" pitchFamily="34" charset="-122"/>
                <a:cs typeface="Segoe UI" panose="020B0502040204020203" pitchFamily="34" charset="0"/>
              </a:rPr>
              <a:t>Emulator, Frida</a:t>
            </a:r>
            <a:endParaRPr lang="en-US" sz="1500" dirty="0">
              <a:latin typeface="Segoe UI" panose="020B0502040204020203" pitchFamily="34" charset="0"/>
              <a:cs typeface="Segoe UI" panose="020B0502040204020203" pitchFamily="34" charset="0"/>
            </a:endParaRPr>
          </a:p>
        </p:txBody>
      </p:sp>
      <p:sp>
        <p:nvSpPr>
          <p:cNvPr id="13" name="Shape 9"/>
          <p:cNvSpPr/>
          <p:nvPr/>
        </p:nvSpPr>
        <p:spPr>
          <a:xfrm>
            <a:off x="2514600" y="2212848"/>
            <a:ext cx="292608" cy="0"/>
          </a:xfrm>
          <a:prstGeom prst="line">
            <a:avLst/>
          </a:prstGeom>
          <a:noFill/>
          <a:ln w="25400">
            <a:solidFill>
              <a:srgbClr val="0000CC"/>
            </a:solidFill>
            <a:prstDash val="solid"/>
            <a:tailEnd type="triangle"/>
          </a:ln>
        </p:spPr>
        <p:txBody>
          <a:bodyPr/>
          <a:lstStyle/>
          <a:p>
            <a:endParaRPr/>
          </a:p>
        </p:txBody>
      </p:sp>
      <p:sp>
        <p:nvSpPr>
          <p:cNvPr id="14" name="Shape 10"/>
          <p:cNvSpPr/>
          <p:nvPr/>
        </p:nvSpPr>
        <p:spPr>
          <a:xfrm>
            <a:off x="2807208" y="1508760"/>
            <a:ext cx="1965960" cy="1417320"/>
          </a:xfrm>
          <a:prstGeom prst="roundRect">
            <a:avLst>
              <a:gd name="adj" fmla="val 7742"/>
            </a:avLst>
          </a:prstGeom>
          <a:solidFill>
            <a:srgbClr val="FFF1DE"/>
          </a:solidFill>
          <a:ln w="19050">
            <a:solidFill>
              <a:srgbClr val="F2CF9E"/>
            </a:solidFill>
            <a:prstDash val="solid"/>
          </a:ln>
        </p:spPr>
        <p:txBody>
          <a:bodyPr/>
          <a:lstStyle/>
          <a:p>
            <a:endParaRPr/>
          </a:p>
        </p:txBody>
      </p:sp>
      <p:sp>
        <p:nvSpPr>
          <p:cNvPr id="15" name="Text 11"/>
          <p:cNvSpPr txBox="1"/>
          <p:nvPr/>
        </p:nvSpPr>
        <p:spPr>
          <a:xfrm>
            <a:off x="2898648" y="1508760"/>
            <a:ext cx="1783080" cy="1417320"/>
          </a:xfrm>
          <a:prstGeom prst="rect">
            <a:avLst/>
          </a:prstGeom>
          <a:noFill/>
          <a:ln/>
        </p:spPr>
        <p:txBody>
          <a:bodyPr wrap="square" lIns="0" tIns="0" rIns="0" bIns="0" rtlCol="0" anchor="ctr"/>
          <a:lstStyle/>
          <a:p>
            <a:pPr marL="0" indent="0" algn="ctr">
              <a:buNone/>
            </a:pPr>
            <a:r>
              <a:rPr lang="en-US" sz="1500" b="1" dirty="0">
                <a:solidFill>
                  <a:srgbClr val="0000CC"/>
                </a:solidFill>
                <a:latin typeface="Segoe UI" panose="020B0502040204020203" pitchFamily="34" charset="0"/>
                <a:ea typeface="Calibri" pitchFamily="34" charset="-122"/>
                <a:cs typeface="Segoe UI" panose="020B0502040204020203" pitchFamily="34" charset="0"/>
              </a:rPr>
              <a:t>Week 2</a:t>
            </a:r>
            <a:endParaRPr lang="en-US" sz="1500" dirty="0">
              <a:latin typeface="Segoe UI" panose="020B0502040204020203" pitchFamily="34" charset="0"/>
              <a:cs typeface="Segoe UI" panose="020B0502040204020203" pitchFamily="34" charset="0"/>
            </a:endParaRPr>
          </a:p>
          <a:p>
            <a:pPr marL="0" indent="0" algn="ctr">
              <a:buNone/>
            </a:pPr>
            <a:r>
              <a:rPr lang="en-US" sz="1800" b="1" dirty="0">
                <a:solidFill>
                  <a:srgbClr val="1A1A2E"/>
                </a:solidFill>
                <a:latin typeface="Segoe UI" panose="020B0502040204020203" pitchFamily="34" charset="0"/>
                <a:ea typeface="Calibri" pitchFamily="34" charset="-122"/>
                <a:cs typeface="Segoe UI" panose="020B0502040204020203" pitchFamily="34" charset="0"/>
              </a:rPr>
              <a:t>Workloads</a:t>
            </a:r>
            <a:endParaRPr lang="en-US" sz="1500" dirty="0">
              <a:latin typeface="Segoe UI" panose="020B0502040204020203" pitchFamily="34" charset="0"/>
              <a:cs typeface="Segoe UI" panose="020B0502040204020203" pitchFamily="34" charset="0"/>
            </a:endParaRPr>
          </a:p>
          <a:p>
            <a:pPr marL="0" indent="0" algn="ctr">
              <a:buNone/>
            </a:pPr>
            <a:r>
              <a:rPr lang="en-US" sz="1400" dirty="0">
                <a:solidFill>
                  <a:srgbClr val="444444"/>
                </a:solidFill>
                <a:latin typeface="Segoe UI" panose="020B0502040204020203" pitchFamily="34" charset="0"/>
                <a:ea typeface="Calibri" pitchFamily="34" charset="-122"/>
                <a:cs typeface="Segoe UI" panose="020B0502040204020203" pitchFamily="34" charset="0"/>
              </a:rPr>
              <a:t>3 attacks, 2 benign</a:t>
            </a:r>
            <a:endParaRPr lang="en-US" sz="1500" dirty="0">
              <a:latin typeface="Segoe UI" panose="020B0502040204020203" pitchFamily="34" charset="0"/>
              <a:cs typeface="Segoe UI" panose="020B0502040204020203" pitchFamily="34" charset="0"/>
            </a:endParaRPr>
          </a:p>
        </p:txBody>
      </p:sp>
      <p:sp>
        <p:nvSpPr>
          <p:cNvPr id="16" name="Shape 12"/>
          <p:cNvSpPr/>
          <p:nvPr/>
        </p:nvSpPr>
        <p:spPr>
          <a:xfrm>
            <a:off x="4773168" y="2212848"/>
            <a:ext cx="292608" cy="0"/>
          </a:xfrm>
          <a:prstGeom prst="line">
            <a:avLst/>
          </a:prstGeom>
          <a:noFill/>
          <a:ln w="25400">
            <a:solidFill>
              <a:srgbClr val="0000CC"/>
            </a:solidFill>
            <a:prstDash val="solid"/>
            <a:tailEnd type="triangle"/>
          </a:ln>
        </p:spPr>
        <p:txBody>
          <a:bodyPr/>
          <a:lstStyle/>
          <a:p>
            <a:endParaRPr/>
          </a:p>
        </p:txBody>
      </p:sp>
      <p:sp>
        <p:nvSpPr>
          <p:cNvPr id="17" name="Shape 13"/>
          <p:cNvSpPr/>
          <p:nvPr/>
        </p:nvSpPr>
        <p:spPr>
          <a:xfrm>
            <a:off x="5065776" y="1508760"/>
            <a:ext cx="1965960" cy="1417320"/>
          </a:xfrm>
          <a:prstGeom prst="roundRect">
            <a:avLst>
              <a:gd name="adj" fmla="val 7742"/>
            </a:avLst>
          </a:prstGeom>
          <a:solidFill>
            <a:srgbClr val="EFE6FB"/>
          </a:solidFill>
          <a:ln w="19050">
            <a:solidFill>
              <a:srgbClr val="CDB8ED"/>
            </a:solidFill>
            <a:prstDash val="solid"/>
          </a:ln>
        </p:spPr>
        <p:txBody>
          <a:bodyPr/>
          <a:lstStyle/>
          <a:p>
            <a:endParaRPr/>
          </a:p>
        </p:txBody>
      </p:sp>
      <p:sp>
        <p:nvSpPr>
          <p:cNvPr id="18" name="Text 14"/>
          <p:cNvSpPr txBox="1"/>
          <p:nvPr/>
        </p:nvSpPr>
        <p:spPr>
          <a:xfrm>
            <a:off x="5157216" y="1508760"/>
            <a:ext cx="1783080" cy="1417320"/>
          </a:xfrm>
          <a:prstGeom prst="rect">
            <a:avLst/>
          </a:prstGeom>
          <a:noFill/>
          <a:ln/>
        </p:spPr>
        <p:txBody>
          <a:bodyPr wrap="square" lIns="0" tIns="0" rIns="0" bIns="0" rtlCol="0" anchor="ctr"/>
          <a:lstStyle/>
          <a:p>
            <a:pPr marL="0" indent="0" algn="ctr">
              <a:buNone/>
            </a:pPr>
            <a:r>
              <a:rPr lang="en-US" sz="1500" b="1" dirty="0">
                <a:solidFill>
                  <a:srgbClr val="0000CC"/>
                </a:solidFill>
                <a:latin typeface="Segoe UI" panose="020B0502040204020203" pitchFamily="34" charset="0"/>
                <a:ea typeface="Calibri" pitchFamily="34" charset="-122"/>
                <a:cs typeface="Segoe UI" panose="020B0502040204020203" pitchFamily="34" charset="0"/>
              </a:rPr>
              <a:t>Week 3</a:t>
            </a:r>
            <a:endParaRPr lang="en-US" sz="1500" dirty="0">
              <a:latin typeface="Segoe UI" panose="020B0502040204020203" pitchFamily="34" charset="0"/>
              <a:cs typeface="Segoe UI" panose="020B0502040204020203" pitchFamily="34" charset="0"/>
            </a:endParaRPr>
          </a:p>
          <a:p>
            <a:pPr marL="0" indent="0" algn="ctr">
              <a:buNone/>
            </a:pPr>
            <a:r>
              <a:rPr lang="en-US" sz="1800" b="1" dirty="0">
                <a:solidFill>
                  <a:srgbClr val="1A1A2E"/>
                </a:solidFill>
                <a:latin typeface="Segoe UI" panose="020B0502040204020203" pitchFamily="34" charset="0"/>
                <a:ea typeface="Calibri" pitchFamily="34" charset="-122"/>
                <a:cs typeface="Segoe UI" panose="020B0502040204020203" pitchFamily="34" charset="0"/>
              </a:rPr>
              <a:t>Detector</a:t>
            </a:r>
            <a:endParaRPr lang="en-US" sz="1500" dirty="0">
              <a:latin typeface="Segoe UI" panose="020B0502040204020203" pitchFamily="34" charset="0"/>
              <a:cs typeface="Segoe UI" panose="020B0502040204020203" pitchFamily="34" charset="0"/>
            </a:endParaRPr>
          </a:p>
          <a:p>
            <a:pPr marL="0" indent="0" algn="ctr">
              <a:buNone/>
            </a:pPr>
            <a:r>
              <a:rPr lang="en-US" sz="1400" dirty="0">
                <a:solidFill>
                  <a:srgbClr val="444444"/>
                </a:solidFill>
                <a:latin typeface="Segoe UI" panose="020B0502040204020203" pitchFamily="34" charset="0"/>
                <a:ea typeface="Calibri" pitchFamily="34" charset="-122"/>
                <a:cs typeface="Segoe UI" panose="020B0502040204020203" pitchFamily="34" charset="0"/>
              </a:rPr>
              <a:t>Hook and engine</a:t>
            </a:r>
            <a:endParaRPr lang="en-US" sz="1500" dirty="0">
              <a:latin typeface="Segoe UI" panose="020B0502040204020203" pitchFamily="34" charset="0"/>
              <a:cs typeface="Segoe UI" panose="020B0502040204020203" pitchFamily="34" charset="0"/>
            </a:endParaRPr>
          </a:p>
        </p:txBody>
      </p:sp>
      <p:sp>
        <p:nvSpPr>
          <p:cNvPr id="19" name="Shape 15"/>
          <p:cNvSpPr/>
          <p:nvPr/>
        </p:nvSpPr>
        <p:spPr>
          <a:xfrm>
            <a:off x="7031736" y="2212848"/>
            <a:ext cx="292608" cy="0"/>
          </a:xfrm>
          <a:prstGeom prst="line">
            <a:avLst/>
          </a:prstGeom>
          <a:noFill/>
          <a:ln w="25400">
            <a:solidFill>
              <a:srgbClr val="0000CC"/>
            </a:solidFill>
            <a:prstDash val="solid"/>
            <a:tailEnd type="triangle"/>
          </a:ln>
        </p:spPr>
        <p:txBody>
          <a:bodyPr/>
          <a:lstStyle/>
          <a:p>
            <a:endParaRPr/>
          </a:p>
        </p:txBody>
      </p:sp>
      <p:sp>
        <p:nvSpPr>
          <p:cNvPr id="20" name="Shape 16"/>
          <p:cNvSpPr/>
          <p:nvPr/>
        </p:nvSpPr>
        <p:spPr>
          <a:xfrm>
            <a:off x="7324344" y="1508760"/>
            <a:ext cx="1965960" cy="1417320"/>
          </a:xfrm>
          <a:prstGeom prst="roundRect">
            <a:avLst>
              <a:gd name="adj" fmla="val 7742"/>
            </a:avLst>
          </a:prstGeom>
          <a:solidFill>
            <a:srgbClr val="E4F5E8"/>
          </a:solidFill>
          <a:ln w="19050">
            <a:solidFill>
              <a:srgbClr val="A9D9B5"/>
            </a:solidFill>
            <a:prstDash val="solid"/>
          </a:ln>
        </p:spPr>
        <p:txBody>
          <a:bodyPr/>
          <a:lstStyle/>
          <a:p>
            <a:endParaRPr/>
          </a:p>
        </p:txBody>
      </p:sp>
      <p:sp>
        <p:nvSpPr>
          <p:cNvPr id="21" name="Text 17"/>
          <p:cNvSpPr txBox="1"/>
          <p:nvPr/>
        </p:nvSpPr>
        <p:spPr>
          <a:xfrm>
            <a:off x="7415784" y="1508760"/>
            <a:ext cx="1783080" cy="1417320"/>
          </a:xfrm>
          <a:prstGeom prst="rect">
            <a:avLst/>
          </a:prstGeom>
          <a:noFill/>
          <a:ln/>
        </p:spPr>
        <p:txBody>
          <a:bodyPr wrap="square" lIns="0" tIns="0" rIns="0" bIns="0" rtlCol="0" anchor="ctr"/>
          <a:lstStyle/>
          <a:p>
            <a:pPr marL="0" indent="0" algn="ctr">
              <a:buNone/>
            </a:pPr>
            <a:r>
              <a:rPr lang="en-US" sz="1500" b="1" dirty="0">
                <a:solidFill>
                  <a:srgbClr val="0000CC"/>
                </a:solidFill>
                <a:latin typeface="Segoe UI" panose="020B0502040204020203" pitchFamily="34" charset="0"/>
                <a:ea typeface="Calibri" pitchFamily="34" charset="-122"/>
                <a:cs typeface="Segoe UI" panose="020B0502040204020203" pitchFamily="34" charset="0"/>
              </a:rPr>
              <a:t>Week 4</a:t>
            </a:r>
            <a:endParaRPr lang="en-US" sz="1500" dirty="0">
              <a:latin typeface="Segoe UI" panose="020B0502040204020203" pitchFamily="34" charset="0"/>
              <a:cs typeface="Segoe UI" panose="020B0502040204020203" pitchFamily="34" charset="0"/>
            </a:endParaRPr>
          </a:p>
          <a:p>
            <a:pPr marL="0" indent="0" algn="ctr">
              <a:buNone/>
            </a:pPr>
            <a:r>
              <a:rPr lang="en-US" sz="1800" b="1" dirty="0">
                <a:solidFill>
                  <a:srgbClr val="1A1A2E"/>
                </a:solidFill>
                <a:latin typeface="Segoe UI" panose="020B0502040204020203" pitchFamily="34" charset="0"/>
                <a:ea typeface="Calibri" pitchFamily="34" charset="-122"/>
                <a:cs typeface="Segoe UI" panose="020B0502040204020203" pitchFamily="34" charset="0"/>
              </a:rPr>
              <a:t>Evaluate</a:t>
            </a:r>
            <a:endParaRPr lang="en-US" sz="1500" dirty="0">
              <a:latin typeface="Segoe UI" panose="020B0502040204020203" pitchFamily="34" charset="0"/>
              <a:cs typeface="Segoe UI" panose="020B0502040204020203" pitchFamily="34" charset="0"/>
            </a:endParaRPr>
          </a:p>
          <a:p>
            <a:pPr marL="0" indent="0" algn="ctr">
              <a:buNone/>
            </a:pPr>
            <a:r>
              <a:rPr lang="en-US" sz="1400" dirty="0">
                <a:solidFill>
                  <a:srgbClr val="444444"/>
                </a:solidFill>
                <a:latin typeface="Segoe UI" panose="020B0502040204020203" pitchFamily="34" charset="0"/>
                <a:ea typeface="Calibri" pitchFamily="34" charset="-122"/>
                <a:cs typeface="Segoe UI" panose="020B0502040204020203" pitchFamily="34" charset="0"/>
              </a:rPr>
              <a:t>Delay, files, repeats</a:t>
            </a:r>
            <a:endParaRPr lang="en-US" sz="1500" dirty="0">
              <a:latin typeface="Segoe UI" panose="020B0502040204020203" pitchFamily="34" charset="0"/>
              <a:cs typeface="Segoe UI" panose="020B0502040204020203" pitchFamily="34" charset="0"/>
            </a:endParaRPr>
          </a:p>
        </p:txBody>
      </p:sp>
      <p:sp>
        <p:nvSpPr>
          <p:cNvPr id="22" name="Shape 18"/>
          <p:cNvSpPr/>
          <p:nvPr/>
        </p:nvSpPr>
        <p:spPr>
          <a:xfrm>
            <a:off x="9290304" y="2212848"/>
            <a:ext cx="292608" cy="0"/>
          </a:xfrm>
          <a:prstGeom prst="line">
            <a:avLst/>
          </a:prstGeom>
          <a:noFill/>
          <a:ln w="25400">
            <a:solidFill>
              <a:srgbClr val="0000CC"/>
            </a:solidFill>
            <a:prstDash val="solid"/>
            <a:tailEnd type="triangle"/>
          </a:ln>
        </p:spPr>
        <p:txBody>
          <a:bodyPr/>
          <a:lstStyle/>
          <a:p>
            <a:endParaRPr/>
          </a:p>
        </p:txBody>
      </p:sp>
      <p:sp>
        <p:nvSpPr>
          <p:cNvPr id="23" name="Shape 19"/>
          <p:cNvSpPr/>
          <p:nvPr/>
        </p:nvSpPr>
        <p:spPr>
          <a:xfrm>
            <a:off x="9582912" y="1508760"/>
            <a:ext cx="1965960" cy="1417320"/>
          </a:xfrm>
          <a:prstGeom prst="roundRect">
            <a:avLst>
              <a:gd name="adj" fmla="val 7742"/>
            </a:avLst>
          </a:prstGeom>
          <a:solidFill>
            <a:srgbClr val="FDE7E7"/>
          </a:solidFill>
          <a:ln w="19050">
            <a:solidFill>
              <a:srgbClr val="EFB4B4"/>
            </a:solidFill>
            <a:prstDash val="solid"/>
          </a:ln>
        </p:spPr>
        <p:txBody>
          <a:bodyPr/>
          <a:lstStyle/>
          <a:p>
            <a:endParaRPr/>
          </a:p>
        </p:txBody>
      </p:sp>
      <p:sp>
        <p:nvSpPr>
          <p:cNvPr id="24" name="Text 20"/>
          <p:cNvSpPr txBox="1"/>
          <p:nvPr/>
        </p:nvSpPr>
        <p:spPr>
          <a:xfrm>
            <a:off x="9674352" y="1508760"/>
            <a:ext cx="1783080" cy="1417320"/>
          </a:xfrm>
          <a:prstGeom prst="rect">
            <a:avLst/>
          </a:prstGeom>
          <a:noFill/>
          <a:ln/>
        </p:spPr>
        <p:txBody>
          <a:bodyPr wrap="square" lIns="0" tIns="0" rIns="0" bIns="0" rtlCol="0" anchor="ctr"/>
          <a:lstStyle/>
          <a:p>
            <a:pPr marL="0" indent="0" algn="ctr">
              <a:buNone/>
            </a:pPr>
            <a:r>
              <a:rPr lang="en-US" sz="1500" b="1" dirty="0">
                <a:solidFill>
                  <a:srgbClr val="0000CC"/>
                </a:solidFill>
                <a:latin typeface="Segoe UI" panose="020B0502040204020203" pitchFamily="34" charset="0"/>
                <a:ea typeface="Calibri" pitchFamily="34" charset="-122"/>
                <a:cs typeface="Segoe UI" panose="020B0502040204020203" pitchFamily="34" charset="0"/>
              </a:rPr>
              <a:t>Week 5</a:t>
            </a:r>
            <a:endParaRPr lang="en-US" sz="1500" dirty="0">
              <a:latin typeface="Segoe UI" panose="020B0502040204020203" pitchFamily="34" charset="0"/>
              <a:cs typeface="Segoe UI" panose="020B0502040204020203" pitchFamily="34" charset="0"/>
            </a:endParaRPr>
          </a:p>
          <a:p>
            <a:pPr marL="0" indent="0" algn="ctr">
              <a:buNone/>
            </a:pPr>
            <a:r>
              <a:rPr lang="en-US" sz="1800" b="1" dirty="0">
                <a:solidFill>
                  <a:srgbClr val="1A1A2E"/>
                </a:solidFill>
                <a:latin typeface="Segoe UI" panose="020B0502040204020203" pitchFamily="34" charset="0"/>
                <a:ea typeface="Calibri" pitchFamily="34" charset="-122"/>
                <a:cs typeface="Segoe UI" panose="020B0502040204020203" pitchFamily="34" charset="0"/>
              </a:rPr>
              <a:t>Demo &amp; docs</a:t>
            </a:r>
            <a:endParaRPr lang="en-US" sz="1500" dirty="0">
              <a:latin typeface="Segoe UI" panose="020B0502040204020203" pitchFamily="34" charset="0"/>
              <a:cs typeface="Segoe UI" panose="020B0502040204020203" pitchFamily="34" charset="0"/>
            </a:endParaRPr>
          </a:p>
          <a:p>
            <a:pPr marL="0" indent="0" algn="ctr">
              <a:buNone/>
            </a:pPr>
            <a:r>
              <a:rPr lang="en-US" sz="1400" dirty="0">
                <a:solidFill>
                  <a:srgbClr val="444444"/>
                </a:solidFill>
                <a:latin typeface="Segoe UI" panose="020B0502040204020203" pitchFamily="34" charset="0"/>
                <a:ea typeface="Calibri" pitchFamily="34" charset="-122"/>
                <a:cs typeface="Segoe UI" panose="020B0502040204020203" pitchFamily="34" charset="0"/>
              </a:rPr>
              <a:t>Repo, PDF, demo</a:t>
            </a:r>
            <a:endParaRPr lang="en-US" sz="1500" dirty="0">
              <a:latin typeface="Segoe UI" panose="020B0502040204020203" pitchFamily="34" charset="0"/>
              <a:cs typeface="Segoe UI" panose="020B0502040204020203" pitchFamily="34" charset="0"/>
            </a:endParaRPr>
          </a:p>
        </p:txBody>
      </p:sp>
      <p:sp>
        <p:nvSpPr>
          <p:cNvPr id="25" name="Text 21"/>
          <p:cNvSpPr txBox="1"/>
          <p:nvPr/>
        </p:nvSpPr>
        <p:spPr>
          <a:xfrm>
            <a:off x="548640" y="3154680"/>
            <a:ext cx="7315200" cy="365760"/>
          </a:xfrm>
          <a:prstGeom prst="rect">
            <a:avLst/>
          </a:prstGeom>
          <a:noFill/>
          <a:ln/>
        </p:spPr>
        <p:txBody>
          <a:bodyPr wrap="square" lIns="0" tIns="0" rIns="0" bIns="0" rtlCol="0" anchor="ctr"/>
          <a:lstStyle/>
          <a:p>
            <a:pPr marL="0" indent="0" algn="l">
              <a:buNone/>
            </a:pPr>
            <a:r>
              <a:rPr lang="en-US" sz="1800" b="1" dirty="0">
                <a:solidFill>
                  <a:srgbClr val="0000CC"/>
                </a:solidFill>
                <a:latin typeface="Aptos Narrow" panose="020B0004020202020204" pitchFamily="34" charset="0"/>
                <a:ea typeface="Calibri" pitchFamily="34" charset="-122"/>
                <a:cs typeface="Calibri" pitchFamily="34" charset="-120"/>
              </a:rPr>
              <a:t>Known limitations (threat model)</a:t>
            </a:r>
            <a:endParaRPr lang="en-US" sz="1800" dirty="0">
              <a:latin typeface="Aptos Narrow" panose="020B0004020202020204" pitchFamily="34" charset="0"/>
            </a:endParaRPr>
          </a:p>
        </p:txBody>
      </p:sp>
      <p:sp>
        <p:nvSpPr>
          <p:cNvPr id="26" name="Shape 22"/>
          <p:cNvSpPr/>
          <p:nvPr/>
        </p:nvSpPr>
        <p:spPr>
          <a:xfrm>
            <a:off x="548640" y="3611880"/>
            <a:ext cx="2697480" cy="1417320"/>
          </a:xfrm>
          <a:prstGeom prst="roundRect">
            <a:avLst>
              <a:gd name="adj" fmla="val 7742"/>
            </a:avLst>
          </a:prstGeom>
          <a:solidFill>
            <a:srgbClr val="FDE7E7"/>
          </a:solidFill>
          <a:ln w="19050">
            <a:solidFill>
              <a:srgbClr val="EFB4B4"/>
            </a:solidFill>
            <a:prstDash val="solid"/>
          </a:ln>
        </p:spPr>
        <p:txBody>
          <a:bodyPr/>
          <a:lstStyle/>
          <a:p>
            <a:endParaRPr/>
          </a:p>
        </p:txBody>
      </p:sp>
      <p:sp>
        <p:nvSpPr>
          <p:cNvPr id="27" name="Text 23"/>
          <p:cNvSpPr txBox="1"/>
          <p:nvPr/>
        </p:nvSpPr>
        <p:spPr>
          <a:xfrm>
            <a:off x="621792" y="3611880"/>
            <a:ext cx="2551176" cy="1417320"/>
          </a:xfrm>
          <a:prstGeom prst="rect">
            <a:avLst/>
          </a:prstGeom>
          <a:noFill/>
          <a:ln/>
        </p:spPr>
        <p:txBody>
          <a:bodyPr wrap="square" lIns="0" tIns="0" rIns="0" bIns="0" rtlCol="0" anchor="ctr"/>
          <a:lstStyle/>
          <a:p>
            <a:pPr marL="0" indent="0" algn="ctr">
              <a:buNone/>
            </a:pPr>
            <a:r>
              <a:rPr lang="en-US" sz="1700" b="1" dirty="0">
                <a:solidFill>
                  <a:srgbClr val="1A1A2E"/>
                </a:solidFill>
                <a:latin typeface="Segoe UI" panose="020B0502040204020203" pitchFamily="34" charset="0"/>
                <a:ea typeface="Calibri" pitchFamily="34" charset="-122"/>
                <a:cs typeface="Segoe UI" panose="020B0502040204020203" pitchFamily="34" charset="0"/>
              </a:rPr>
              <a:t>Low and slow</a:t>
            </a:r>
            <a:endParaRPr lang="en-US" sz="1700" dirty="0">
              <a:latin typeface="Segoe UI" panose="020B0502040204020203" pitchFamily="34" charset="0"/>
              <a:cs typeface="Segoe UI" panose="020B0502040204020203" pitchFamily="34" charset="0"/>
            </a:endParaRPr>
          </a:p>
          <a:p>
            <a:pPr marL="0" indent="0" algn="ctr">
              <a:buNone/>
            </a:pPr>
            <a:r>
              <a:rPr lang="en-US" sz="1400" dirty="0">
                <a:solidFill>
                  <a:srgbClr val="444444"/>
                </a:solidFill>
                <a:latin typeface="Segoe UI" panose="020B0502040204020203" pitchFamily="34" charset="0"/>
                <a:ea typeface="Calibri" pitchFamily="34" charset="-122"/>
                <a:cs typeface="Segoe UI" panose="020B0502040204020203" pitchFamily="34" charset="0"/>
              </a:rPr>
              <a:t>Under 10 renames per 2 s is never flagged.</a:t>
            </a:r>
            <a:endParaRPr lang="en-US" sz="1700" dirty="0">
              <a:latin typeface="Segoe UI" panose="020B0502040204020203" pitchFamily="34" charset="0"/>
              <a:cs typeface="Segoe UI" panose="020B0502040204020203" pitchFamily="34" charset="0"/>
            </a:endParaRPr>
          </a:p>
        </p:txBody>
      </p:sp>
      <p:sp>
        <p:nvSpPr>
          <p:cNvPr id="28" name="Shape 24"/>
          <p:cNvSpPr/>
          <p:nvPr/>
        </p:nvSpPr>
        <p:spPr>
          <a:xfrm>
            <a:off x="3355848" y="3611880"/>
            <a:ext cx="2697480" cy="1417320"/>
          </a:xfrm>
          <a:prstGeom prst="roundRect">
            <a:avLst>
              <a:gd name="adj" fmla="val 7742"/>
            </a:avLst>
          </a:prstGeom>
          <a:solidFill>
            <a:srgbClr val="FDE7E7"/>
          </a:solidFill>
          <a:ln w="19050">
            <a:solidFill>
              <a:srgbClr val="EFB4B4"/>
            </a:solidFill>
            <a:prstDash val="solid"/>
          </a:ln>
        </p:spPr>
        <p:txBody>
          <a:bodyPr/>
          <a:lstStyle/>
          <a:p>
            <a:endParaRPr/>
          </a:p>
        </p:txBody>
      </p:sp>
      <p:sp>
        <p:nvSpPr>
          <p:cNvPr id="29" name="Text 25"/>
          <p:cNvSpPr txBox="1"/>
          <p:nvPr/>
        </p:nvSpPr>
        <p:spPr>
          <a:xfrm>
            <a:off x="3429000" y="3611880"/>
            <a:ext cx="2551176" cy="1417320"/>
          </a:xfrm>
          <a:prstGeom prst="rect">
            <a:avLst/>
          </a:prstGeom>
          <a:noFill/>
          <a:ln/>
        </p:spPr>
        <p:txBody>
          <a:bodyPr wrap="square" lIns="0" tIns="0" rIns="0" bIns="0" rtlCol="0" anchor="ctr"/>
          <a:lstStyle/>
          <a:p>
            <a:pPr marL="0" indent="0" algn="ctr">
              <a:buNone/>
            </a:pPr>
            <a:r>
              <a:rPr lang="en-US" sz="1700" b="1" dirty="0">
                <a:solidFill>
                  <a:srgbClr val="1A1A2E"/>
                </a:solidFill>
                <a:latin typeface="Segoe UI" panose="020B0502040204020203" pitchFamily="34" charset="0"/>
                <a:ea typeface="Calibri" pitchFamily="34" charset="-122"/>
                <a:cs typeface="Segoe UI" panose="020B0502040204020203" pitchFamily="34" charset="0"/>
              </a:rPr>
              <a:t>No rename</a:t>
            </a:r>
            <a:endParaRPr lang="en-US" sz="1700" dirty="0">
              <a:latin typeface="Segoe UI" panose="020B0502040204020203" pitchFamily="34" charset="0"/>
              <a:cs typeface="Segoe UI" panose="020B0502040204020203" pitchFamily="34" charset="0"/>
            </a:endParaRPr>
          </a:p>
          <a:p>
            <a:pPr marL="0" indent="0" algn="ctr">
              <a:buNone/>
            </a:pPr>
            <a:r>
              <a:rPr lang="en-US" sz="1400" dirty="0">
                <a:solidFill>
                  <a:srgbClr val="444444"/>
                </a:solidFill>
                <a:latin typeface="Segoe UI" panose="020B0502040204020203" pitchFamily="34" charset="0"/>
                <a:ea typeface="Calibri" pitchFamily="34" charset="-122"/>
                <a:cs typeface="Segoe UI" panose="020B0502040204020203" pitchFamily="34" charset="0"/>
              </a:rPr>
              <a:t>Overwrite, or delete-and-write, bypasses the rule.</a:t>
            </a:r>
            <a:endParaRPr lang="en-US" sz="1700" dirty="0">
              <a:latin typeface="Segoe UI" panose="020B0502040204020203" pitchFamily="34" charset="0"/>
              <a:cs typeface="Segoe UI" panose="020B0502040204020203" pitchFamily="34" charset="0"/>
            </a:endParaRPr>
          </a:p>
        </p:txBody>
      </p:sp>
      <p:sp>
        <p:nvSpPr>
          <p:cNvPr id="30" name="Shape 26"/>
          <p:cNvSpPr/>
          <p:nvPr/>
        </p:nvSpPr>
        <p:spPr>
          <a:xfrm>
            <a:off x="6163056" y="3611880"/>
            <a:ext cx="2697480" cy="1417320"/>
          </a:xfrm>
          <a:prstGeom prst="roundRect">
            <a:avLst>
              <a:gd name="adj" fmla="val 7742"/>
            </a:avLst>
          </a:prstGeom>
          <a:solidFill>
            <a:srgbClr val="FDE7E7"/>
          </a:solidFill>
          <a:ln w="19050">
            <a:solidFill>
              <a:srgbClr val="EFB4B4"/>
            </a:solidFill>
            <a:prstDash val="solid"/>
          </a:ln>
        </p:spPr>
        <p:txBody>
          <a:bodyPr/>
          <a:lstStyle/>
          <a:p>
            <a:endParaRPr/>
          </a:p>
        </p:txBody>
      </p:sp>
      <p:sp>
        <p:nvSpPr>
          <p:cNvPr id="31" name="Text 27"/>
          <p:cNvSpPr txBox="1"/>
          <p:nvPr/>
        </p:nvSpPr>
        <p:spPr>
          <a:xfrm>
            <a:off x="6236208" y="3611880"/>
            <a:ext cx="2551176" cy="1417320"/>
          </a:xfrm>
          <a:prstGeom prst="rect">
            <a:avLst/>
          </a:prstGeom>
          <a:noFill/>
          <a:ln/>
        </p:spPr>
        <p:txBody>
          <a:bodyPr wrap="square" lIns="0" tIns="0" rIns="0" bIns="0" rtlCol="0" anchor="ctr"/>
          <a:lstStyle/>
          <a:p>
            <a:pPr marL="0" indent="0" algn="ctr">
              <a:buNone/>
            </a:pPr>
            <a:r>
              <a:rPr lang="en-US" sz="1700" b="1" dirty="0">
                <a:solidFill>
                  <a:srgbClr val="1A1A2E"/>
                </a:solidFill>
                <a:latin typeface="Segoe UI" panose="020B0502040204020203" pitchFamily="34" charset="0"/>
                <a:ea typeface="Calibri" pitchFamily="34" charset="-122"/>
                <a:cs typeface="Segoe UI" panose="020B0502040204020203" pitchFamily="34" charset="0"/>
              </a:rPr>
              <a:t>Native code</a:t>
            </a:r>
            <a:endParaRPr lang="en-US" sz="1700" dirty="0">
              <a:latin typeface="Segoe UI" panose="020B0502040204020203" pitchFamily="34" charset="0"/>
              <a:cs typeface="Segoe UI" panose="020B0502040204020203" pitchFamily="34" charset="0"/>
            </a:endParaRPr>
          </a:p>
          <a:p>
            <a:pPr marL="0" indent="0" algn="ctr">
              <a:buNone/>
            </a:pPr>
            <a:r>
              <a:rPr lang="en-US" sz="1400" dirty="0">
                <a:solidFill>
                  <a:srgbClr val="444444"/>
                </a:solidFill>
                <a:latin typeface="Segoe UI" panose="020B0502040204020203" pitchFamily="34" charset="0"/>
                <a:ea typeface="Calibri" pitchFamily="34" charset="-122"/>
                <a:cs typeface="Segoe UI" panose="020B0502040204020203" pitchFamily="34" charset="0"/>
              </a:rPr>
              <a:t>libc rename() skips the Java File.renameTo hook.</a:t>
            </a:r>
            <a:endParaRPr lang="en-US" sz="1700" dirty="0">
              <a:latin typeface="Segoe UI" panose="020B0502040204020203" pitchFamily="34" charset="0"/>
              <a:cs typeface="Segoe UI" panose="020B0502040204020203" pitchFamily="34" charset="0"/>
            </a:endParaRPr>
          </a:p>
        </p:txBody>
      </p:sp>
      <p:sp>
        <p:nvSpPr>
          <p:cNvPr id="32" name="Shape 28"/>
          <p:cNvSpPr/>
          <p:nvPr/>
        </p:nvSpPr>
        <p:spPr>
          <a:xfrm>
            <a:off x="8970264" y="3611880"/>
            <a:ext cx="2697480" cy="1417320"/>
          </a:xfrm>
          <a:prstGeom prst="roundRect">
            <a:avLst>
              <a:gd name="adj" fmla="val 7742"/>
            </a:avLst>
          </a:prstGeom>
          <a:solidFill>
            <a:srgbClr val="FDE7E7"/>
          </a:solidFill>
          <a:ln w="19050">
            <a:solidFill>
              <a:srgbClr val="EFB4B4"/>
            </a:solidFill>
            <a:prstDash val="solid"/>
          </a:ln>
        </p:spPr>
        <p:txBody>
          <a:bodyPr/>
          <a:lstStyle/>
          <a:p>
            <a:endParaRPr/>
          </a:p>
        </p:txBody>
      </p:sp>
      <p:sp>
        <p:nvSpPr>
          <p:cNvPr id="33" name="Text 29"/>
          <p:cNvSpPr txBox="1"/>
          <p:nvPr/>
        </p:nvSpPr>
        <p:spPr>
          <a:xfrm>
            <a:off x="9043416" y="3611880"/>
            <a:ext cx="2551176" cy="1417320"/>
          </a:xfrm>
          <a:prstGeom prst="rect">
            <a:avLst/>
          </a:prstGeom>
          <a:noFill/>
          <a:ln/>
        </p:spPr>
        <p:txBody>
          <a:bodyPr wrap="square" lIns="0" tIns="0" rIns="0" bIns="0" rtlCol="0" anchor="ctr"/>
          <a:lstStyle/>
          <a:p>
            <a:pPr marL="0" indent="0" algn="ctr">
              <a:buNone/>
            </a:pPr>
            <a:r>
              <a:rPr lang="en-US" sz="1700" b="1" dirty="0">
                <a:solidFill>
                  <a:srgbClr val="1A1A2E"/>
                </a:solidFill>
                <a:latin typeface="Segoe UI" panose="020B0502040204020203" pitchFamily="34" charset="0"/>
                <a:ea typeface="Calibri" pitchFamily="34" charset="-122"/>
                <a:cs typeface="Segoe UI" panose="020B0502040204020203" pitchFamily="34" charset="0"/>
              </a:rPr>
              <a:t>Lab setup only</a:t>
            </a:r>
            <a:endParaRPr lang="en-US" sz="1700" dirty="0">
              <a:latin typeface="Segoe UI" panose="020B0502040204020203" pitchFamily="34" charset="0"/>
              <a:cs typeface="Segoe UI" panose="020B0502040204020203" pitchFamily="34" charset="0"/>
            </a:endParaRPr>
          </a:p>
          <a:p>
            <a:pPr marL="0" indent="0" algn="ctr">
              <a:buNone/>
            </a:pPr>
            <a:r>
              <a:rPr lang="en-US" sz="1400" dirty="0">
                <a:solidFill>
                  <a:srgbClr val="444444"/>
                </a:solidFill>
                <a:latin typeface="Segoe UI" panose="020B0502040204020203" pitchFamily="34" charset="0"/>
                <a:ea typeface="Calibri" pitchFamily="34" charset="-122"/>
                <a:cs typeface="Segoe UI" panose="020B0502040204020203" pitchFamily="34" charset="0"/>
              </a:rPr>
              <a:t>Frida and a host PC. Real use needs on-device monitoring.</a:t>
            </a:r>
            <a:endParaRPr lang="en-US" sz="1700" dirty="0">
              <a:latin typeface="Segoe UI" panose="020B0502040204020203" pitchFamily="34" charset="0"/>
              <a:cs typeface="Segoe UI" panose="020B0502040204020203" pitchFamily="34" charset="0"/>
            </a:endParaRPr>
          </a:p>
        </p:txBody>
      </p:sp>
      <p:sp>
        <p:nvSpPr>
          <p:cNvPr id="34" name="Shape 30"/>
          <p:cNvSpPr/>
          <p:nvPr/>
        </p:nvSpPr>
        <p:spPr>
          <a:xfrm>
            <a:off x="548640" y="5257800"/>
            <a:ext cx="11064240" cy="822960"/>
          </a:xfrm>
          <a:prstGeom prst="roundRect">
            <a:avLst>
              <a:gd name="adj" fmla="val 13333"/>
            </a:avLst>
          </a:prstGeom>
          <a:solidFill>
            <a:srgbClr val="E4F5E8"/>
          </a:solidFill>
          <a:ln w="19050">
            <a:solidFill>
              <a:srgbClr val="A9D9B5"/>
            </a:solidFill>
            <a:prstDash val="solid"/>
          </a:ln>
        </p:spPr>
        <p:txBody>
          <a:bodyPr/>
          <a:lstStyle/>
          <a:p>
            <a:endParaRPr/>
          </a:p>
        </p:txBody>
      </p:sp>
      <p:sp>
        <p:nvSpPr>
          <p:cNvPr id="35" name="Text 31"/>
          <p:cNvSpPr txBox="1"/>
          <p:nvPr/>
        </p:nvSpPr>
        <p:spPr>
          <a:xfrm>
            <a:off x="731520" y="5257800"/>
            <a:ext cx="10698480" cy="822960"/>
          </a:xfrm>
          <a:prstGeom prst="rect">
            <a:avLst/>
          </a:prstGeom>
          <a:noFill/>
          <a:ln/>
        </p:spPr>
        <p:txBody>
          <a:bodyPr wrap="square" lIns="0" tIns="0" rIns="0" bIns="0" rtlCol="0" anchor="ctr"/>
          <a:lstStyle/>
          <a:p>
            <a:pPr marL="0" indent="0" algn="ctr">
              <a:buNone/>
            </a:pPr>
            <a:r>
              <a:rPr lang="en-US" sz="1700" dirty="0">
                <a:solidFill>
                  <a:srgbClr val="1A1A2E"/>
                </a:solidFill>
                <a:latin typeface="Aptos Narrow" panose="020B0004020202020204" pitchFamily="34" charset="0"/>
                <a:ea typeface="Calibri" pitchFamily="34" charset="-122"/>
                <a:cs typeface="Calibri" pitchFamily="34" charset="-120"/>
              </a:rPr>
              <a:t>Future work: libc-level hooks • file-entropy check • multi-signal score • on-device monitor</a:t>
            </a:r>
            <a:endParaRPr lang="en-US" sz="1700" dirty="0">
              <a:latin typeface="Aptos Narrow" panose="020B0004020202020204" pitchFamily="34" charset="0"/>
            </a:endParaRPr>
          </a:p>
        </p:txBody>
      </p:sp>
      <p:sp>
        <p:nvSpPr>
          <p:cNvPr id="36" name="Shape 2">
            <a:extLst>
              <a:ext uri="{FF2B5EF4-FFF2-40B4-BE49-F238E27FC236}">
                <a16:creationId xmlns:a16="http://schemas.microsoft.com/office/drawing/2014/main" id="{33DE8380-9077-7541-FEEB-6DB1D68D0D03}"/>
              </a:ext>
            </a:extLst>
          </p:cNvPr>
          <p:cNvSpPr/>
          <p:nvPr/>
        </p:nvSpPr>
        <p:spPr>
          <a:xfrm>
            <a:off x="548640" y="1188720"/>
            <a:ext cx="11064240" cy="45720"/>
          </a:xfrm>
          <a:prstGeom prst="rect">
            <a:avLst/>
          </a:prstGeom>
          <a:solidFill>
            <a:srgbClr val="0000CC"/>
          </a:solidFill>
          <a:ln w="12700">
            <a:solidFill>
              <a:srgbClr val="0000CC"/>
            </a:solidFill>
            <a:prstDash val="solid"/>
          </a:ln>
        </p:spPr>
        <p:txBody>
          <a:bodyPr/>
          <a:lstStyle/>
          <a:p>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0" y="109728"/>
            <a:ext cx="12188952" cy="320040"/>
          </a:xfrm>
          <a:prstGeom prst="rect">
            <a:avLst/>
          </a:prstGeom>
          <a:noFill/>
          <a:ln/>
        </p:spPr>
        <p:txBody>
          <a:bodyPr wrap="square" lIns="0" tIns="0" rIns="0" bIns="0" rtlCol="0" anchor="ctr"/>
          <a:lstStyle/>
          <a:p>
            <a:pPr marL="0" indent="0" algn="ctr">
              <a:buNone/>
            </a:pPr>
            <a:r>
              <a:rPr lang="en-US" sz="1400" b="1" dirty="0">
                <a:solidFill>
                  <a:srgbClr val="0000CC"/>
                </a:solidFill>
                <a:latin typeface="Calibri" pitchFamily="34" charset="0"/>
                <a:ea typeface="Calibri" pitchFamily="34" charset="-122"/>
                <a:cs typeface="Calibri" pitchFamily="34" charset="-120"/>
              </a:rPr>
              <a:t>AIORI 3     Bibliography</a:t>
            </a:r>
            <a:endParaRPr lang="en-US" sz="1400" dirty="0"/>
          </a:p>
        </p:txBody>
      </p:sp>
      <p:pic>
        <p:nvPicPr>
          <p:cNvPr id="3" name="Image 0" descr="/home/claude/w/aiori_logo.png"/>
          <p:cNvPicPr>
            <a:picLocks noChangeAspect="1"/>
          </p:cNvPicPr>
          <p:nvPr/>
        </p:nvPicPr>
        <p:blipFill>
          <a:blip r:embed="rId3"/>
          <a:stretch>
            <a:fillRect/>
          </a:stretch>
        </p:blipFill>
        <p:spPr>
          <a:xfrm>
            <a:off x="11041380" y="490884"/>
            <a:ext cx="594360" cy="594360"/>
          </a:xfrm>
          <a:prstGeom prst="rect">
            <a:avLst/>
          </a:prstGeom>
        </p:spPr>
      </p:pic>
      <p:sp>
        <p:nvSpPr>
          <p:cNvPr id="4" name="Text 1"/>
          <p:cNvSpPr txBox="1"/>
          <p:nvPr/>
        </p:nvSpPr>
        <p:spPr>
          <a:xfrm>
            <a:off x="548640" y="502920"/>
            <a:ext cx="10424160" cy="685800"/>
          </a:xfrm>
          <a:prstGeom prst="rect">
            <a:avLst/>
          </a:prstGeom>
          <a:noFill/>
          <a:ln/>
        </p:spPr>
        <p:txBody>
          <a:bodyPr wrap="square" lIns="0" tIns="0" rIns="0" bIns="0" rtlCol="0" anchor="ctr"/>
          <a:lstStyle/>
          <a:p>
            <a:pPr marL="0" indent="0">
              <a:buNone/>
            </a:pPr>
            <a:r>
              <a:rPr lang="en-US" sz="3400" b="1" dirty="0">
                <a:solidFill>
                  <a:srgbClr val="0000CC"/>
                </a:solidFill>
                <a:latin typeface="Gadugi" panose="020B0502040204020203" pitchFamily="34" charset="0"/>
                <a:ea typeface="Gadugi" panose="020B0502040204020203" pitchFamily="34" charset="0"/>
                <a:cs typeface="Calibri" pitchFamily="34" charset="-120"/>
              </a:rPr>
              <a:t>Bibliography</a:t>
            </a:r>
            <a:endParaRPr lang="en-US" sz="3400" dirty="0">
              <a:latin typeface="Gadugi" panose="020B0502040204020203" pitchFamily="34" charset="0"/>
              <a:ea typeface="Gadugi" panose="020B0502040204020203" pitchFamily="34" charset="0"/>
            </a:endParaRPr>
          </a:p>
        </p:txBody>
      </p:sp>
      <p:sp>
        <p:nvSpPr>
          <p:cNvPr id="6" name="Text 3"/>
          <p:cNvSpPr txBox="1"/>
          <p:nvPr/>
        </p:nvSpPr>
        <p:spPr>
          <a:xfrm>
            <a:off x="548640" y="6355080"/>
            <a:ext cx="7315200" cy="320040"/>
          </a:xfrm>
          <a:prstGeom prst="rect">
            <a:avLst/>
          </a:prstGeom>
          <a:noFill/>
          <a:ln/>
        </p:spPr>
        <p:txBody>
          <a:bodyPr wrap="square" lIns="0" tIns="0" rIns="0" bIns="0" rtlCol="0" anchor="ctr"/>
          <a:lstStyle/>
          <a:p>
            <a:pPr marL="0" indent="0">
              <a:buNone/>
            </a:pPr>
            <a:r>
              <a:rPr lang="en-US" sz="1200" dirty="0">
                <a:solidFill>
                  <a:srgbClr val="0000CC"/>
                </a:solidFill>
                <a:latin typeface="Calibri" pitchFamily="34" charset="0"/>
                <a:ea typeface="Calibri" pitchFamily="34" charset="-122"/>
                <a:cs typeface="Calibri" pitchFamily="34" charset="-120"/>
              </a:rPr>
              <a:t>S. Maiti et al. • </a:t>
            </a:r>
            <a:r>
              <a:rPr lang="en-US" sz="1200" b="1" dirty="0">
                <a:solidFill>
                  <a:srgbClr val="0000CC"/>
                </a:solidFill>
                <a:latin typeface="Calibri" pitchFamily="34" charset="0"/>
                <a:ea typeface="Calibri" pitchFamily="34" charset="-122"/>
                <a:cs typeface="Calibri" pitchFamily="34" charset="-120"/>
              </a:rPr>
              <a:t>A3-PS001-TC171</a:t>
            </a:r>
            <a:r>
              <a:rPr lang="en-US" sz="1200" dirty="0">
                <a:solidFill>
                  <a:srgbClr val="0000CC"/>
                </a:solidFill>
                <a:latin typeface="Calibri" pitchFamily="34" charset="0"/>
                <a:ea typeface="Calibri" pitchFamily="34" charset="-122"/>
                <a:cs typeface="Calibri" pitchFamily="34" charset="-120"/>
              </a:rPr>
              <a:t> • October 5, 2026</a:t>
            </a:r>
            <a:endParaRPr lang="en-US" sz="1200" dirty="0"/>
          </a:p>
        </p:txBody>
      </p:sp>
      <p:sp>
        <p:nvSpPr>
          <p:cNvPr id="7" name="Text 4"/>
          <p:cNvSpPr txBox="1"/>
          <p:nvPr/>
        </p:nvSpPr>
        <p:spPr>
          <a:xfrm>
            <a:off x="10698480" y="6355080"/>
            <a:ext cx="941832" cy="320040"/>
          </a:xfrm>
          <a:prstGeom prst="rect">
            <a:avLst/>
          </a:prstGeom>
          <a:noFill/>
          <a:ln/>
        </p:spPr>
        <p:txBody>
          <a:bodyPr wrap="square" lIns="0" tIns="0" rIns="0" bIns="0" rtlCol="0" anchor="ctr"/>
          <a:lstStyle/>
          <a:p>
            <a:pPr marL="0" indent="0" algn="r">
              <a:buNone/>
            </a:pPr>
            <a:r>
              <a:rPr lang="en-US" sz="1200" dirty="0">
                <a:solidFill>
                  <a:srgbClr val="0000CC"/>
                </a:solidFill>
                <a:latin typeface="Calibri" pitchFamily="34" charset="0"/>
                <a:ea typeface="Calibri" pitchFamily="34" charset="-122"/>
                <a:cs typeface="Calibri" pitchFamily="34" charset="-120"/>
              </a:rPr>
              <a:t>11 / 12</a:t>
            </a:r>
            <a:endParaRPr lang="en-US" sz="1200" dirty="0"/>
          </a:p>
        </p:txBody>
      </p:sp>
      <p:sp>
        <p:nvSpPr>
          <p:cNvPr id="8" name="Shape 5"/>
          <p:cNvSpPr/>
          <p:nvPr/>
        </p:nvSpPr>
        <p:spPr>
          <a:xfrm>
            <a:off x="0" y="6784848"/>
            <a:ext cx="11176000" cy="73152"/>
          </a:xfrm>
          <a:prstGeom prst="rect">
            <a:avLst/>
          </a:prstGeom>
          <a:solidFill>
            <a:srgbClr val="E3EBFF"/>
          </a:solidFill>
          <a:ln w="12700">
            <a:solidFill>
              <a:srgbClr val="E3EBFF"/>
            </a:solidFill>
            <a:prstDash val="solid"/>
          </a:ln>
        </p:spPr>
        <p:txBody>
          <a:bodyPr/>
          <a:lstStyle/>
          <a:p>
            <a:endParaRPr/>
          </a:p>
        </p:txBody>
      </p:sp>
      <p:sp>
        <p:nvSpPr>
          <p:cNvPr id="9" name="Shape 6"/>
          <p:cNvSpPr/>
          <p:nvPr/>
        </p:nvSpPr>
        <p:spPr>
          <a:xfrm>
            <a:off x="0" y="6784848"/>
            <a:ext cx="11176000" cy="73152"/>
          </a:xfrm>
          <a:prstGeom prst="rect">
            <a:avLst/>
          </a:prstGeom>
          <a:solidFill>
            <a:srgbClr val="0000CC"/>
          </a:solidFill>
          <a:ln w="12700">
            <a:solidFill>
              <a:srgbClr val="0000CC"/>
            </a:solidFill>
            <a:prstDash val="solid"/>
          </a:ln>
        </p:spPr>
        <p:txBody>
          <a:bodyPr/>
          <a:lstStyle/>
          <a:p>
            <a:endParaRPr/>
          </a:p>
        </p:txBody>
      </p:sp>
      <p:sp>
        <p:nvSpPr>
          <p:cNvPr id="11" name="Shape 7"/>
          <p:cNvSpPr/>
          <p:nvPr/>
        </p:nvSpPr>
        <p:spPr>
          <a:xfrm>
            <a:off x="548640" y="1508760"/>
            <a:ext cx="11064240" cy="4526280"/>
          </a:xfrm>
          <a:prstGeom prst="roundRect">
            <a:avLst>
              <a:gd name="adj" fmla="val 2424"/>
            </a:avLst>
          </a:prstGeom>
          <a:solidFill>
            <a:srgbClr val="E3EBFF"/>
          </a:solidFill>
          <a:ln w="19050">
            <a:solidFill>
              <a:srgbClr val="B9C9F5"/>
            </a:solidFill>
            <a:prstDash val="solid"/>
          </a:ln>
        </p:spPr>
        <p:txBody>
          <a:bodyPr/>
          <a:lstStyle/>
          <a:p>
            <a:endParaRPr/>
          </a:p>
        </p:txBody>
      </p:sp>
      <p:sp>
        <p:nvSpPr>
          <p:cNvPr id="12" name="Text 8"/>
          <p:cNvSpPr txBox="1"/>
          <p:nvPr/>
        </p:nvSpPr>
        <p:spPr>
          <a:xfrm>
            <a:off x="822960" y="1691640"/>
            <a:ext cx="10515600" cy="4160520"/>
          </a:xfrm>
          <a:prstGeom prst="rect">
            <a:avLst/>
          </a:prstGeom>
          <a:noFill/>
          <a:ln/>
        </p:spPr>
        <p:txBody>
          <a:bodyPr wrap="square" lIns="0" tIns="0" rIns="0" bIns="0" rtlCol="0" anchor="t"/>
          <a:lstStyle/>
          <a:p>
            <a:pPr marL="0" indent="0">
              <a:spcAft>
                <a:spcPts val="1400"/>
              </a:spcAft>
              <a:buNone/>
            </a:pPr>
            <a:r>
              <a:rPr lang="en-US" sz="1800" dirty="0">
                <a:solidFill>
                  <a:srgbClr val="1A1A2E"/>
                </a:solidFill>
                <a:latin typeface="Aptos Narrow" panose="020B0004020202020204" pitchFamily="34" charset="0"/>
                <a:ea typeface="Calibri" pitchFamily="34" charset="-122"/>
                <a:cs typeface="Calibri" pitchFamily="34" charset="-120"/>
              </a:rPr>
              <a:t>[1] Android Developers, "Security best practices," developer.android.com/privacy-and-security/security-best-practices (accessed Oct. 2026).</a:t>
            </a:r>
            <a:endParaRPr lang="en-US" sz="1800" dirty="0">
              <a:latin typeface="Aptos Narrow" panose="020B0004020202020204" pitchFamily="34" charset="0"/>
            </a:endParaRPr>
          </a:p>
          <a:p>
            <a:pPr marL="0" indent="0">
              <a:spcAft>
                <a:spcPts val="1400"/>
              </a:spcAft>
              <a:buNone/>
            </a:pPr>
            <a:r>
              <a:rPr lang="en-US" sz="1800" dirty="0">
                <a:solidFill>
                  <a:srgbClr val="1A1A2E"/>
                </a:solidFill>
                <a:latin typeface="Aptos Narrow" panose="020B0004020202020204" pitchFamily="34" charset="0"/>
                <a:ea typeface="Calibri" pitchFamily="34" charset="-122"/>
                <a:cs typeface="Calibri" pitchFamily="34" charset="-120"/>
              </a:rPr>
              <a:t>[2] Frida, "Frida: Dynamic instrumentation toolkit," frida.re/docs (accessed Oct. 2026).</a:t>
            </a:r>
            <a:endParaRPr lang="en-US" sz="1800" dirty="0">
              <a:latin typeface="Aptos Narrow" panose="020B0004020202020204" pitchFamily="34" charset="0"/>
            </a:endParaRPr>
          </a:p>
          <a:p>
            <a:pPr marL="0" indent="0">
              <a:spcAft>
                <a:spcPts val="1400"/>
              </a:spcAft>
              <a:buNone/>
            </a:pPr>
            <a:r>
              <a:rPr lang="en-US" sz="1800" dirty="0">
                <a:solidFill>
                  <a:srgbClr val="1A1A2E"/>
                </a:solidFill>
                <a:latin typeface="Aptos Narrow" panose="020B0004020202020204" pitchFamily="34" charset="0"/>
                <a:ea typeface="Calibri" pitchFamily="34" charset="-122"/>
                <a:cs typeface="Calibri" pitchFamily="34" charset="-120"/>
              </a:rPr>
              <a:t>[3] N. Andronio, S. Zanero, and F. Maggi, "HelDroid: Dissecting and detecting mobile ransomware," in Proc. RAID, 2015.</a:t>
            </a:r>
            <a:endParaRPr lang="en-US" sz="1800" dirty="0">
              <a:latin typeface="Aptos Narrow" panose="020B0004020202020204" pitchFamily="34" charset="0"/>
            </a:endParaRPr>
          </a:p>
          <a:p>
            <a:pPr marL="0" indent="0">
              <a:spcAft>
                <a:spcPts val="1400"/>
              </a:spcAft>
              <a:buNone/>
            </a:pPr>
            <a:r>
              <a:rPr lang="en-US" sz="1800" dirty="0">
                <a:solidFill>
                  <a:srgbClr val="1A1A2E"/>
                </a:solidFill>
                <a:latin typeface="Aptos Narrow" panose="020B0004020202020204" pitchFamily="34" charset="0"/>
                <a:ea typeface="Calibri" pitchFamily="34" charset="-122"/>
                <a:cs typeface="Calibri" pitchFamily="34" charset="-120"/>
              </a:rPr>
              <a:t>[4] N. Scaife, H. Carter, P. Traynor, and K. R. B. Butler, "CryptoLock (and drop it): Stopping ransomware attacks on user data," in Proc. IEEE ICDCS, 2016.</a:t>
            </a:r>
            <a:endParaRPr lang="en-US" sz="1800" dirty="0">
              <a:latin typeface="Aptos Narrow" panose="020B0004020202020204" pitchFamily="34" charset="0"/>
            </a:endParaRPr>
          </a:p>
          <a:p>
            <a:pPr marL="0" indent="0">
              <a:spcAft>
                <a:spcPts val="1400"/>
              </a:spcAft>
              <a:buNone/>
            </a:pPr>
            <a:r>
              <a:rPr lang="en-US" sz="1800" dirty="0">
                <a:solidFill>
                  <a:srgbClr val="1A1A2E"/>
                </a:solidFill>
                <a:latin typeface="Aptos Narrow" panose="020B0004020202020204" pitchFamily="34" charset="0"/>
                <a:ea typeface="Calibri" pitchFamily="34" charset="-122"/>
                <a:cs typeface="Calibri" pitchFamily="34" charset="-120"/>
              </a:rPr>
              <a:t>[5] A. Continella et al., "ShieldFS: A self-healing, ransomware-aware filesystem," in Proc. ACSAC, 2016.</a:t>
            </a:r>
            <a:endParaRPr lang="en-US" sz="1800" dirty="0">
              <a:latin typeface="Aptos Narrow" panose="020B0004020202020204" pitchFamily="34" charset="0"/>
            </a:endParaRPr>
          </a:p>
          <a:p>
            <a:pPr marL="0" indent="0">
              <a:spcAft>
                <a:spcPts val="1400"/>
              </a:spcAft>
              <a:buNone/>
            </a:pPr>
            <a:r>
              <a:rPr lang="en-US" sz="1800" dirty="0">
                <a:solidFill>
                  <a:srgbClr val="1A1A2E"/>
                </a:solidFill>
                <a:latin typeface="Aptos Narrow" panose="020B0004020202020204" pitchFamily="34" charset="0"/>
                <a:ea typeface="Calibri" pitchFamily="34" charset="-122"/>
                <a:cs typeface="Calibri" pitchFamily="34" charset="-120"/>
              </a:rPr>
              <a:t>[6] A. Kharraz et al., "UNVEIL: A large-scale, automated approach to detecting ransomware," in Proc. USENIX Security, 2016.</a:t>
            </a:r>
            <a:endParaRPr lang="en-US" sz="1800" dirty="0">
              <a:latin typeface="Aptos Narrow" panose="020B0004020202020204" pitchFamily="34" charset="0"/>
            </a:endParaRPr>
          </a:p>
        </p:txBody>
      </p:sp>
      <p:sp>
        <p:nvSpPr>
          <p:cNvPr id="13" name="Shape 2">
            <a:extLst>
              <a:ext uri="{FF2B5EF4-FFF2-40B4-BE49-F238E27FC236}">
                <a16:creationId xmlns:a16="http://schemas.microsoft.com/office/drawing/2014/main" id="{1EA39D6F-93DA-378B-96A5-DF4DFBB61830}"/>
              </a:ext>
            </a:extLst>
          </p:cNvPr>
          <p:cNvSpPr/>
          <p:nvPr/>
        </p:nvSpPr>
        <p:spPr>
          <a:xfrm>
            <a:off x="548640" y="1188720"/>
            <a:ext cx="11064240" cy="45720"/>
          </a:xfrm>
          <a:prstGeom prst="rect">
            <a:avLst/>
          </a:prstGeom>
          <a:solidFill>
            <a:srgbClr val="0000CC"/>
          </a:solidFill>
          <a:ln w="12700">
            <a:solidFill>
              <a:srgbClr val="0000CC"/>
            </a:solidFill>
            <a:prstDash val="solid"/>
          </a:ln>
        </p:spPr>
        <p:txBody>
          <a:bodyPr/>
          <a:lstStyle/>
          <a:p>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home/claude/w/aiori_logo.png"/>
          <p:cNvPicPr>
            <a:picLocks noChangeAspect="1"/>
          </p:cNvPicPr>
          <p:nvPr/>
        </p:nvPicPr>
        <p:blipFill>
          <a:blip r:embed="rId3"/>
          <a:stretch>
            <a:fillRect/>
          </a:stretch>
        </p:blipFill>
        <p:spPr>
          <a:xfrm>
            <a:off x="5184648" y="1188720"/>
            <a:ext cx="1828800" cy="1828800"/>
          </a:xfrm>
          <a:prstGeom prst="rect">
            <a:avLst/>
          </a:prstGeom>
        </p:spPr>
      </p:pic>
      <p:sp>
        <p:nvSpPr>
          <p:cNvPr id="3" name="Text 0"/>
          <p:cNvSpPr txBox="1"/>
          <p:nvPr/>
        </p:nvSpPr>
        <p:spPr>
          <a:xfrm>
            <a:off x="548640" y="3200400"/>
            <a:ext cx="11064240" cy="914400"/>
          </a:xfrm>
          <a:prstGeom prst="rect">
            <a:avLst/>
          </a:prstGeom>
          <a:noFill/>
          <a:ln/>
        </p:spPr>
        <p:txBody>
          <a:bodyPr wrap="square" lIns="0" tIns="0" rIns="0" bIns="0" rtlCol="0" anchor="ctr"/>
          <a:lstStyle/>
          <a:p>
            <a:pPr marL="0" indent="0" algn="ctr">
              <a:buNone/>
            </a:pPr>
            <a:r>
              <a:rPr lang="en-US" sz="4400" b="1" dirty="0">
                <a:solidFill>
                  <a:srgbClr val="0000CC"/>
                </a:solidFill>
                <a:latin typeface="Gadugi" panose="020B0502040204020203" pitchFamily="34" charset="0"/>
                <a:ea typeface="Gadugi" panose="020B0502040204020203" pitchFamily="34" charset="0"/>
                <a:cs typeface="Calibri" pitchFamily="34" charset="-120"/>
              </a:rPr>
              <a:t>Thank You for Your Attention!</a:t>
            </a:r>
            <a:endParaRPr lang="en-US" sz="4400" dirty="0">
              <a:latin typeface="Gadugi" panose="020B0502040204020203" pitchFamily="34" charset="0"/>
              <a:ea typeface="Gadugi" panose="020B0502040204020203" pitchFamily="34" charset="0"/>
            </a:endParaRPr>
          </a:p>
        </p:txBody>
      </p:sp>
      <p:sp>
        <p:nvSpPr>
          <p:cNvPr id="4" name="Text 1"/>
          <p:cNvSpPr txBox="1"/>
          <p:nvPr/>
        </p:nvSpPr>
        <p:spPr>
          <a:xfrm>
            <a:off x="548640" y="4251960"/>
            <a:ext cx="11064240" cy="457200"/>
          </a:xfrm>
          <a:prstGeom prst="rect">
            <a:avLst/>
          </a:prstGeom>
          <a:noFill/>
          <a:ln/>
        </p:spPr>
        <p:txBody>
          <a:bodyPr wrap="square" lIns="0" tIns="0" rIns="0" bIns="0" rtlCol="0" anchor="ctr"/>
          <a:lstStyle/>
          <a:p>
            <a:pPr marL="0" indent="0" algn="ctr">
              <a:buNone/>
            </a:pPr>
            <a:r>
              <a:rPr lang="en-US" sz="2000" dirty="0">
                <a:solidFill>
                  <a:srgbClr val="1A1A2E"/>
                </a:solidFill>
                <a:latin typeface="Calisto MT" panose="02040603050505030304" pitchFamily="18" charset="0"/>
                <a:ea typeface="Calibri" pitchFamily="34" charset="-122"/>
                <a:cs typeface="Calibri" pitchFamily="34" charset="-120"/>
              </a:rPr>
              <a:t>Susnata Maiti • Moupiya Manna • Prof. Baisakhi Das</a:t>
            </a:r>
            <a:endParaRPr lang="en-US" sz="2000" dirty="0">
              <a:latin typeface="Calisto MT" panose="02040603050505030304" pitchFamily="18" charset="0"/>
            </a:endParaRPr>
          </a:p>
        </p:txBody>
      </p:sp>
      <p:sp>
        <p:nvSpPr>
          <p:cNvPr id="5" name="Text 2"/>
          <p:cNvSpPr txBox="1"/>
          <p:nvPr/>
        </p:nvSpPr>
        <p:spPr>
          <a:xfrm>
            <a:off x="548640" y="4754880"/>
            <a:ext cx="11064240" cy="411480"/>
          </a:xfrm>
          <a:prstGeom prst="rect">
            <a:avLst/>
          </a:prstGeom>
          <a:noFill/>
          <a:ln/>
        </p:spPr>
        <p:txBody>
          <a:bodyPr wrap="square" lIns="0" tIns="0" rIns="0" bIns="0" rtlCol="0" anchor="ctr"/>
          <a:lstStyle/>
          <a:p>
            <a:pPr marL="0" indent="0" algn="ctr">
              <a:buNone/>
            </a:pP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TotalTime>
  <Words>2055</Words>
  <Application>Microsoft Office PowerPoint</Application>
  <PresentationFormat>Widescreen</PresentationFormat>
  <Paragraphs>267</Paragraphs>
  <Slides>12</Slides>
  <Notes>12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12</vt:i4>
      </vt:variant>
    </vt:vector>
  </HeadingPairs>
  <TitlesOfParts>
    <vt:vector size="23" baseType="lpstr">
      <vt:lpstr>Aptos Display</vt:lpstr>
      <vt:lpstr>Aptos Narrow</vt:lpstr>
      <vt:lpstr>Arial</vt:lpstr>
      <vt:lpstr>Calibri</vt:lpstr>
      <vt:lpstr>Calisto MT</vt:lpstr>
      <vt:lpstr>Gadugi</vt:lpstr>
      <vt:lpstr>Google Sans Code</vt:lpstr>
      <vt:lpstr>Segoe UI</vt:lpstr>
      <vt:lpstr>Times New Roman</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A3-PS001-TC171: Android Ransomware-like Activity Early Warning</dc:title>
  <dc:subject>PptxGenJS Presentation</dc:subject>
  <dc:creator>Susnata Maiti, Moupiya Manna, Prof. Baisakhi Das</dc:creator>
  <cp:lastModifiedBy>Susnata Maiti</cp:lastModifiedBy>
  <cp:revision>3</cp:revision>
  <dcterms:created xsi:type="dcterms:W3CDTF">2026-10-11T03:47:10Z</dcterms:created>
  <dcterms:modified xsi:type="dcterms:W3CDTF">2026-10-14T04:55:21Z</dcterms:modified>
</cp:coreProperties>
</file>